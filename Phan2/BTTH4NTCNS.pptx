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4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3E04A-F0FE-2E30-16D1-69A07191C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000" b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E2C32-509C-D9CD-2B4B-817FFDDC4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7A93F-30E3-93EA-36E9-E509E07D3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0874-B25C-40F8-A71C-B07B99E04977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0ECAE-4906-3656-16CD-74B306CEA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382E2-4E51-265A-79CB-719EA7BB5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D892-5EA8-4B0F-AECB-83FCA1685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34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5A1E6-FE3F-429E-CC2C-92D3C830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34D8D-8FD1-FB66-D2EB-6376AFB03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999A8-6A0A-8B37-C518-ED5EEEE56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0874-B25C-40F8-A71C-B07B99E04977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7BDE3-6BC1-80AE-15DC-F41E9D02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7432A-F268-AA84-3BF3-A01C27390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D892-5EA8-4B0F-AECB-83FCA1685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1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18472-DA5B-FD66-2D17-179182264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EAA08-4D36-DD77-E956-D8766AB4B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4163A-EBD3-9640-A911-B099755DA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0874-B25C-40F8-A71C-B07B99E04977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E7575-5C2A-EF2A-8B3A-77F38F244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BE654-B94F-0426-420B-314114682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D892-5EA8-4B0F-AECB-83FCA1685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83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24F1C-0AF4-BB6D-DDE7-83402ED7F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5F116-B789-EEDF-7E0D-2DC98476E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58B04-B628-426F-C623-5C5F4FC13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55B47-F15A-0B40-DE6D-DB6CA7DC8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0874-B25C-40F8-A71C-B07B99E04977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983D9-7DB1-DF08-EFBD-340CF947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03252-177D-CC44-3704-EA7280F3D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D892-5EA8-4B0F-AECB-83FCA1685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63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AEFE5-72B5-32C7-6493-5EFC2D17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373D2-8EEE-ED61-D632-26CA3D156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3F265-939E-B661-0681-B849FC6D9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3F27AB-FEFC-62DD-3600-D6BAC25C9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F95A6B-14D9-DA81-4F8F-380FE00ECF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BF5C4A-7F77-5BCD-2066-FD4149533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0874-B25C-40F8-A71C-B07B99E04977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EB99B6-F693-F0BA-9C5A-2DF9D4A33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1D99A-A967-3125-B4F1-A5F1637E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D892-5EA8-4B0F-AECB-83FCA1685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26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D6CA8-2041-BB1A-1EAC-0DD877676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F9F1F-CCDC-1E26-06B9-08F2F7C34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0874-B25C-40F8-A71C-B07B99E04977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7B66A-A820-437E-42D0-426FE2921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C82A2-4627-223D-D029-7B3B9558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D892-5EA8-4B0F-AECB-83FCA1685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7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B7079-AC7D-1A16-7FF2-980B9668C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0874-B25C-40F8-A71C-B07B99E04977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D1527B-29F8-D775-0F3D-738F7C067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17EB9-4A27-6BAA-2AA2-7162E752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D892-5EA8-4B0F-AECB-83FCA1685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586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D540-550B-9458-7DC6-71127D83D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96E05-2C16-F987-6DB5-05652A44D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6A5B9-4E5D-30E4-BBDC-9EF7474C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298A6-405A-9339-CCE6-9E86BB89D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0874-B25C-40F8-A71C-B07B99E04977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25A1E-429B-A909-726A-4BE145E6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42052-1D88-A164-DAE4-5D7AA24A2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D892-5EA8-4B0F-AECB-83FCA1685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2AF0C-3B44-D57C-1445-DD0ABDA0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345216-D71F-F700-3B6A-4BACD9CB85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07014-F369-7228-9537-592748DDA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23BDE-31D9-9AA2-36F7-FDDA2394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0874-B25C-40F8-A71C-B07B99E04977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A02AF-A5E2-FDD8-CEAB-644A2DFE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D5EB9-C474-3260-A6A8-BFE233BB4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D892-5EA8-4B0F-AECB-83FCA1685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82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2C2A-C633-AD3A-5F19-2B299C118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0DA955-A460-038C-5981-2FE90166D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04740-35C4-5B89-7374-999284B23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0874-B25C-40F8-A71C-B07B99E04977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EAB6C-1404-28BD-C16B-759EE24F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6C2A1-D143-E4BC-4F56-6899AC69B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D892-5EA8-4B0F-AECB-83FCA1685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85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DADDB8-C00B-9A37-5DBD-8C171813F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6DA6B-E107-A9F2-40E2-4F841A55B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C2F22-4BA3-4C58-E702-2BA78F0DC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0874-B25C-40F8-A71C-B07B99E04977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8963C-2214-93AC-E572-F05A7322A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5172F-08D7-12F3-E1B8-8025C8EE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D892-5EA8-4B0F-AECB-83FCA1685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6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E2446D-29B9-9601-9BBA-B96BFCCBA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38B94-9351-B27A-867D-6AFD676ED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50732-3642-0DF0-E709-B1F407D2B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040874-B25C-40F8-A71C-B07B99E04977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02F40-65A7-E6DA-4D93-B563709D3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85F6D-0D89-1927-BE64-F8EE45D0C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7D892-5EA8-4B0F-AECB-83FCA1685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11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99663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20603050405020304" pitchFamily="18" charset="0"/>
        <a:buChar char="˗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20603050405020304" pitchFamily="18" charset="0"/>
        <a:buChar char="+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9AC6-17C8-7898-13A3-AA42752E04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D732C-02C0-F65C-C6C3-7AB688F567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010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 Tien</dc:creator>
  <cp:lastModifiedBy>Dat Tien</cp:lastModifiedBy>
  <cp:revision>1</cp:revision>
  <dcterms:created xsi:type="dcterms:W3CDTF">2026-09-25T05:47:52Z</dcterms:created>
  <dcterms:modified xsi:type="dcterms:W3CDTF">2026-09-25T06:22:09Z</dcterms:modified>
</cp:coreProperties>
</file>