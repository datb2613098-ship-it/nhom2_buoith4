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47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2A53D-01F1-4784-84AC-538F98670F91}" type="datetimeFigureOut">
              <a:rPr lang="vi-VN" smtClean="0"/>
              <a:t>25/09/2026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CA3C5-B8A6-4B11-9727-70CD21D8856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221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AC2C-A392-4363-B5BC-F1C8CA22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7C174-A23F-4ACF-8818-C3C5B1C03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157E0-C432-46EB-AD49-90F9C1AE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544C-435B-4DFD-AB5E-9AB417C0064C}" type="datetime1">
              <a:rPr lang="vi-VN" smtClean="0"/>
              <a:t>25/09/2026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1AD41-7026-444E-ABCD-716F6DC4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1EDA-E1F5-46F0-9E07-9797A4DB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24739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99936-AD6E-46CC-B64A-2C9BADDB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6CF5E-2F43-4051-9E9A-031EFC2F6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56AFC-E219-4FA0-9D75-081F956E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9503-94F5-48DE-AAD5-28B82EBB3D23}" type="datetime1">
              <a:rPr lang="vi-VN" smtClean="0"/>
              <a:t>25/09/2026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8A804-9DE6-4204-AA78-5A70B7AE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AE4DF-4C41-477D-AFE1-E4153CCE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61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F5CF-AADE-4FD3-BC27-8E275FCB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A9189-BC05-45AC-BCB6-9C99201C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BDB56-9097-4609-803F-B275CB34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35DFD-D2E3-4D1D-BFAF-F5819A4D0988}" type="datetime1">
              <a:rPr lang="vi-VN" smtClean="0"/>
              <a:t>25/09/2026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BDC6-7DDC-4684-A571-32C09B7E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C00AD-61CD-45FB-AB69-3B1055F0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436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5FFB-213D-482F-AA64-CBC55921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05E1-5773-4040-A719-DFFCA2A59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7466F-60DE-455F-8354-0F8C95112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BBC83-4CDA-4D89-AA07-6C05F53B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79369-0C72-446E-951E-A59304C514D0}" type="datetime1">
              <a:rPr lang="vi-VN" smtClean="0"/>
              <a:t>25/09/2026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DA04C-3983-4942-A6E3-89FE5C7A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BA1C6-6F76-49E1-B32D-F73218C0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379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451F-8100-4043-B241-1CBDA48D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43105-8C96-4BC6-ADE8-5B7A8EBF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715AF-874A-42AD-8617-33C3F479E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4BCAD-4F5E-461D-951F-11444621A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ED75E-0D46-4F63-9AB8-A38829692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C42DA-DADC-4A32-810A-9EABCA13B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27B6-2EB6-48CD-ACEC-A8B91C2FA073}" type="datetime1">
              <a:rPr lang="vi-VN" smtClean="0"/>
              <a:t>25/09/2026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5BA80-6751-4725-8A10-EC51B36C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74142-01AF-4347-8BEF-1D9175D0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8709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23EF-CCF4-4CF6-8213-1D836B08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E406A-48C9-4C35-A84D-9833D827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8F76-473C-4D42-AEB2-3E07697ADE01}" type="datetime1">
              <a:rPr lang="vi-VN" smtClean="0"/>
              <a:t>25/09/2026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34290-D5AE-4919-BF44-FFADFC42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66054-96CA-4353-ADFD-C60CAB0D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688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A941B9-11E0-4B80-B132-CC8B55C7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D8B6-4F65-4B2E-BBE8-46F84A4276EA}" type="datetime1">
              <a:rPr lang="vi-VN" smtClean="0"/>
              <a:t>25/09/2026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3AB0C-0040-4787-95E8-2C11B299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6E04A-CA56-4A99-9238-F3FA463F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541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09E9-5F88-4C97-80A1-5294FAA5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15544-2EB4-4C3E-8885-AB523D8C7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F6F74-1B34-488E-BC36-6398DAB83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394C2-8D49-4880-9661-CD6D849D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705F-3036-451B-8F5D-828D51818E7F}" type="datetime1">
              <a:rPr lang="vi-VN" smtClean="0"/>
              <a:t>25/09/2026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6F201-2C76-423B-95C2-C5095F04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52792-C3AB-4CD9-9612-5DE8E029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561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5BFA-AB12-486E-AA2D-1B1E95A2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F46FC-F231-41AC-B4B3-4A266EB26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DB81A-0A1B-4654-A115-C6045BE17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F9B98-5BEA-4BC8-B999-F98094D0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C0B07-9CB3-445B-AF21-5330152E721C}" type="datetime1">
              <a:rPr lang="vi-VN" smtClean="0"/>
              <a:t>25/09/2026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672CD-288F-4676-A095-0570B7C7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1D260-97B9-4453-B995-731456EA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2656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17F9-C221-4793-9F3D-2338F251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70331-4F9B-4079-AFEE-01BE25156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C3D7E-BD08-4062-8E2E-A0BA9439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09E0-DB2F-4530-AAFA-A107606C9B2E}" type="datetime1">
              <a:rPr lang="vi-VN" smtClean="0"/>
              <a:t>25/09/2026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83580-E006-4CBD-B0B1-9925612C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4146D-C67E-4002-AEDF-4A6C4A81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199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5270E1-0CF4-4D1F-8E77-AD2E3466D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33B59-F6B4-4412-90A1-D31657435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50C5F-2305-4C52-96A9-FDEA6E8B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05B70-4B6B-4445-9A87-D5B4DBCE1B02}" type="datetime1">
              <a:rPr lang="vi-VN" smtClean="0"/>
              <a:t>25/09/2026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7F97-80CA-4EB6-913A-9125B10A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DD5D1-7303-440B-8132-14BEE0A3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3601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2CC89-B6E7-48A1-9388-58F16FCC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C8F9A-13EF-476B-8903-F8E53CC2F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FDF2B-DBBA-48F5-B6F5-AB15D5923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FBC38-ED07-4961-8FA6-1DD0C22DAB13}" type="datetime1">
              <a:rPr lang="vi-VN" smtClean="0"/>
              <a:t>25/09/2026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FBC30-5430-43D5-A22B-CA7077238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648AA-403D-4DBC-B96B-C0C482960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55D57-AA01-406C-82DB-68F12026328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322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19EC-A317-4E5D-A71A-216392747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932" y="1041400"/>
            <a:ext cx="10142136" cy="2387600"/>
          </a:xfrm>
        </p:spPr>
        <p:txBody>
          <a:bodyPr/>
          <a:lstStyle/>
          <a:p>
            <a:r>
              <a:rPr lang="en-US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 CỤC MỘT BÀI THUYẾT TRÌNH</a:t>
            </a:r>
            <a:endParaRPr lang="vi-VN" b="1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68711-F4EB-4ECB-9900-C433B4197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1607" y="3443468"/>
            <a:ext cx="6068786" cy="920976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36B002A-5D14-430F-919B-EF796DDB60EF}"/>
              </a:ext>
            </a:extLst>
          </p:cNvPr>
          <p:cNvSpPr txBox="1">
            <a:spLocks/>
          </p:cNvSpPr>
          <p:nvPr/>
        </p:nvSpPr>
        <p:spPr>
          <a:xfrm>
            <a:off x="5856514" y="5586526"/>
            <a:ext cx="6068786" cy="920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VLOS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939A36-3401-4166-9EC9-5A6E3945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909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BDFE-09D4-4D81-B81D-A8815553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vi-VN" sz="5400" b="1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BBF7F-7AE6-489E-8C19-F7D8B3AD988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3876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ý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C45E23-AC29-4CD5-921E-26194F24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926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BDFE-09D4-4D81-B81D-A8815553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vi-VN" sz="5400" b="1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BBF7F-7AE6-489E-8C19-F7D8B3AD988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33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Sử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đoạn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trích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dẫn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hứa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25E86-3E0C-46B6-99D7-43AA10E0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349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BDFE-09D4-4D81-B81D-A8815553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vi-VN" sz="5400" b="1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BBF7F-7AE6-489E-8C19-F7D8B3AD9881}"/>
              </a:ext>
            </a:extLst>
          </p:cNvPr>
          <p:cNvSpPr txBox="1">
            <a:spLocks/>
          </p:cNvSpPr>
          <p:nvPr/>
        </p:nvSpPr>
        <p:spPr>
          <a:xfrm>
            <a:off x="838200" y="1262203"/>
            <a:ext cx="10515600" cy="4333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Cung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cấp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ví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dụ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để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chứng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minh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23920C-3448-45E6-92BA-8FBD07A5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307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BDFE-09D4-4D81-B81D-A8815553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vi-VN" sz="5400" b="1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BBF7F-7AE6-489E-8C19-F7D8B3AD9881}"/>
              </a:ext>
            </a:extLst>
          </p:cNvPr>
          <p:cNvSpPr txBox="1">
            <a:spLocks/>
          </p:cNvSpPr>
          <p:nvPr/>
        </p:nvSpPr>
        <p:spPr>
          <a:xfrm>
            <a:off x="838200" y="1275867"/>
            <a:ext cx="10377668" cy="2453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‒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40C00C-1BD6-4E62-BFEF-3736A9C0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664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D6C7-C439-4291-8A82-2A3713A14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29" y="2656912"/>
            <a:ext cx="10515600" cy="1325563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C7E10-5FFD-413E-9A41-601C6D00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922335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BDFE-09D4-4D81-B81D-A8815553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vi-VN" sz="5400" b="1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BBF7F-7AE6-489E-8C19-F7D8B3AD9881}"/>
              </a:ext>
            </a:extLst>
          </p:cNvPr>
          <p:cNvSpPr txBox="1">
            <a:spLocks/>
          </p:cNvSpPr>
          <p:nvPr/>
        </p:nvSpPr>
        <p:spPr>
          <a:xfrm>
            <a:off x="722453" y="1852733"/>
            <a:ext cx="10515600" cy="4333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“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</a:p>
        </p:txBody>
      </p:sp>
      <p:sp>
        <p:nvSpPr>
          <p:cNvPr id="7" name="Action Button: Return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53B16D7-08CD-48ED-83EA-BCCC98632E51}"/>
              </a:ext>
            </a:extLst>
          </p:cNvPr>
          <p:cNvSpPr/>
          <p:nvPr/>
        </p:nvSpPr>
        <p:spPr>
          <a:xfrm>
            <a:off x="4872942" y="6342927"/>
            <a:ext cx="555585" cy="358815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C2F491-6320-4F1D-8BA6-BB6D7BB7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71926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BDFE-09D4-4D81-B81D-A8815553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74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5400" b="1" dirty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vi-VN" sz="5400" b="1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BBF7F-7AE6-489E-8C19-F7D8B3AD9881}"/>
              </a:ext>
            </a:extLst>
          </p:cNvPr>
          <p:cNvSpPr txBox="1">
            <a:spLocks/>
          </p:cNvSpPr>
          <p:nvPr/>
        </p:nvSpPr>
        <p:spPr>
          <a:xfrm>
            <a:off x="838200" y="1442224"/>
            <a:ext cx="9729486" cy="496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2C0FA7CF-E8A0-48A4-ADC1-13B5BE0BB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36309"/>
              </p:ext>
            </p:extLst>
          </p:nvPr>
        </p:nvGraphicFramePr>
        <p:xfrm>
          <a:off x="1736203" y="2019260"/>
          <a:ext cx="841222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5958">
                  <a:extLst>
                    <a:ext uri="{9D8B030D-6E8A-4147-A177-3AD203B41FA5}">
                      <a16:colId xmlns:a16="http://schemas.microsoft.com/office/drawing/2014/main" val="4206920524"/>
                    </a:ext>
                  </a:extLst>
                </a:gridCol>
                <a:gridCol w="3146265">
                  <a:extLst>
                    <a:ext uri="{9D8B030D-6E8A-4147-A177-3AD203B41FA5}">
                      <a16:colId xmlns:a16="http://schemas.microsoft.com/office/drawing/2014/main" val="2664972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ngành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ngành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tuyển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1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– CLC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815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– HA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57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8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266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48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4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27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3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1251</a:t>
                      </a:r>
                      <a:endParaRPr lang="vi-V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92826"/>
                  </a:ext>
                </a:extLst>
              </a:tr>
            </a:tbl>
          </a:graphicData>
        </a:graphic>
      </p:graphicFrame>
      <p:sp>
        <p:nvSpPr>
          <p:cNvPr id="5" name="Action Button: Return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5816829-99BD-47CA-AA84-588E7A9D464B}"/>
              </a:ext>
            </a:extLst>
          </p:cNvPr>
          <p:cNvSpPr/>
          <p:nvPr/>
        </p:nvSpPr>
        <p:spPr>
          <a:xfrm>
            <a:off x="10255170" y="1192193"/>
            <a:ext cx="474562" cy="400110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7EAA-0D7A-40C8-B124-C1DF3AB2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55D57-AA01-406C-82DB-68F120263287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19299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382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Cảm ơn sự chú ý của quý vị</vt:lpstr>
      <vt:lpstr>Ví dụ: sử dụng một đoạn trích dẫn khi giới thiệu</vt:lpstr>
      <vt:lpstr>Ví dụ minh chứng một vấn đề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BỐ CỤC MỘT BÀI THUYẾT TRÌNH</dc:title>
  <dc:creator>huynhduyen140301@gmail.com</dc:creator>
  <cp:lastModifiedBy>huynhduyen140301@gmail.com</cp:lastModifiedBy>
  <cp:revision>10</cp:revision>
  <cp:lastPrinted>2026-09-25T14:57:36Z</cp:lastPrinted>
  <dcterms:created xsi:type="dcterms:W3CDTF">2026-09-25T13:58:23Z</dcterms:created>
  <dcterms:modified xsi:type="dcterms:W3CDTF">2026-09-25T15:08:31Z</dcterms:modified>
</cp:coreProperties>
</file>