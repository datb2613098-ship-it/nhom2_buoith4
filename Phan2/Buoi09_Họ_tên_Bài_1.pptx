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0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4D7A7-B3B6-4E9C-A87B-4E94E2FE3A0D}" type="datetimeFigureOut">
              <a:rPr lang="en-US" smtClean="0"/>
              <a:t>26/09/2026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4AB1A3-5EF5-4765-AADE-E3D66CE48920}" type="slidenum">
              <a:rPr lang="en-US" smtClean="0"/>
              <a:t>‹#›</a:t>
            </a:fld>
            <a:endParaRPr lang="en-US"/>
          </a:p>
        </p:txBody>
      </p:sp>
    </p:spTree>
    <p:extLst>
      <p:ext uri="{BB962C8B-B14F-4D97-AF65-F5344CB8AC3E}">
        <p14:creationId xmlns:p14="http://schemas.microsoft.com/office/powerpoint/2010/main" val="290012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74AB1A3-5EF5-4765-AADE-E3D66CE48920}" type="slidenum">
              <a:rPr lang="en-US" smtClean="0"/>
              <a:t>1</a:t>
            </a:fld>
            <a:endParaRPr lang="en-US"/>
          </a:p>
        </p:txBody>
      </p:sp>
    </p:spTree>
    <p:extLst>
      <p:ext uri="{BB962C8B-B14F-4D97-AF65-F5344CB8AC3E}">
        <p14:creationId xmlns:p14="http://schemas.microsoft.com/office/powerpoint/2010/main" val="815114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3E04A-F0FE-2E30-16D1-69A07191CEAC}"/>
              </a:ext>
            </a:extLst>
          </p:cNvPr>
          <p:cNvSpPr>
            <a:spLocks noGrp="1"/>
          </p:cNvSpPr>
          <p:nvPr>
            <p:ph type="ctrTitle"/>
          </p:nvPr>
        </p:nvSpPr>
        <p:spPr>
          <a:xfrm>
            <a:off x="1524000" y="1122363"/>
            <a:ext cx="9144000" cy="2387600"/>
          </a:xfrm>
        </p:spPr>
        <p:txBody>
          <a:bodyPr anchor="b"/>
          <a:lstStyle>
            <a:lvl1pPr algn="ctr">
              <a:defRPr sz="5000" b="1">
                <a:solidFill>
                  <a:srgbClr val="996633"/>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xmlns="" id="{36BE2C32-509C-D9CD-2B4B-817FFDDC46EE}"/>
              </a:ext>
            </a:extLst>
          </p:cNvPr>
          <p:cNvSpPr>
            <a:spLocks noGrp="1"/>
          </p:cNvSpPr>
          <p:nvPr>
            <p:ph type="subTitle" idx="1"/>
          </p:nvPr>
        </p:nvSpPr>
        <p:spPr>
          <a:xfrm>
            <a:off x="1524000" y="3602038"/>
            <a:ext cx="9144000" cy="1655762"/>
          </a:xfrm>
        </p:spPr>
        <p:txBody>
          <a:bodyPr/>
          <a:lstStyle>
            <a:lvl1pPr marL="0" indent="0" algn="ctr">
              <a:buNone/>
              <a:defRPr sz="3200" b="1">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xmlns="" id="{3187A93F-30E3-93EA-36E9-E509E07D3946}"/>
              </a:ext>
            </a:extLst>
          </p:cNvPr>
          <p:cNvSpPr>
            <a:spLocks noGrp="1"/>
          </p:cNvSpPr>
          <p:nvPr>
            <p:ph type="dt" sz="half" idx="10"/>
          </p:nvPr>
        </p:nvSpPr>
        <p:spPr/>
        <p:txBody>
          <a:bodyPr/>
          <a:lstStyle/>
          <a:p>
            <a:fld id="{A5FF7DD8-C43B-48C3-9E70-C65E2C1C5997}" type="datetime1">
              <a:rPr lang="en-US" smtClean="0"/>
              <a:t>26/09/2026</a:t>
            </a:fld>
            <a:endParaRPr lang="en-US"/>
          </a:p>
        </p:txBody>
      </p:sp>
      <p:sp>
        <p:nvSpPr>
          <p:cNvPr id="5" name="Footer Placeholder 4">
            <a:extLst>
              <a:ext uri="{FF2B5EF4-FFF2-40B4-BE49-F238E27FC236}">
                <a16:creationId xmlns:a16="http://schemas.microsoft.com/office/drawing/2014/main" xmlns="" id="{CFE0ECAE-4906-3656-16CD-74B306CEA3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01382E2-4E51-265A-79CB-719EA7BB5E64}"/>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1876734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A5A1E6-FE3F-429E-CC2C-92D3C830AF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BE34D8D-8FD1-FB66-D2EB-6376AFB03F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6C999A8-6A0A-8B37-C518-ED5EEEE56B9A}"/>
              </a:ext>
            </a:extLst>
          </p:cNvPr>
          <p:cNvSpPr>
            <a:spLocks noGrp="1"/>
          </p:cNvSpPr>
          <p:nvPr>
            <p:ph type="dt" sz="half" idx="10"/>
          </p:nvPr>
        </p:nvSpPr>
        <p:spPr/>
        <p:txBody>
          <a:bodyPr/>
          <a:lstStyle/>
          <a:p>
            <a:fld id="{CBB5E752-BDC1-4B21-9028-06A0CF3C66E2}" type="datetime1">
              <a:rPr lang="en-US" smtClean="0"/>
              <a:t>26/09/2026</a:t>
            </a:fld>
            <a:endParaRPr lang="en-US"/>
          </a:p>
        </p:txBody>
      </p:sp>
      <p:sp>
        <p:nvSpPr>
          <p:cNvPr id="5" name="Footer Placeholder 4">
            <a:extLst>
              <a:ext uri="{FF2B5EF4-FFF2-40B4-BE49-F238E27FC236}">
                <a16:creationId xmlns:a16="http://schemas.microsoft.com/office/drawing/2014/main" xmlns="" id="{A707BDE3-6BC1-80AE-15DC-F41E9D025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9A7432A-F268-AA84-3BF3-A01C273901BF}"/>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2570110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718472-DA5B-FD66-2D17-179182264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98FEAA08-4D36-DD77-E956-D8766AB4B8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454163A-EBD3-9640-A911-B099755DA647}"/>
              </a:ext>
            </a:extLst>
          </p:cNvPr>
          <p:cNvSpPr>
            <a:spLocks noGrp="1"/>
          </p:cNvSpPr>
          <p:nvPr>
            <p:ph type="dt" sz="half" idx="10"/>
          </p:nvPr>
        </p:nvSpPr>
        <p:spPr/>
        <p:txBody>
          <a:bodyPr/>
          <a:lstStyle/>
          <a:p>
            <a:fld id="{9A1B269D-6E65-4071-A4F7-00D8074BF67B}" type="datetime1">
              <a:rPr lang="en-US" smtClean="0"/>
              <a:t>26/09/2026</a:t>
            </a:fld>
            <a:endParaRPr lang="en-US"/>
          </a:p>
        </p:txBody>
      </p:sp>
      <p:sp>
        <p:nvSpPr>
          <p:cNvPr id="5" name="Footer Placeholder 4">
            <a:extLst>
              <a:ext uri="{FF2B5EF4-FFF2-40B4-BE49-F238E27FC236}">
                <a16:creationId xmlns:a16="http://schemas.microsoft.com/office/drawing/2014/main" xmlns="" id="{77BE7575-5C2A-EF2A-8B3A-77F38F244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88BE654-B94F-0426-420B-314114682B44}"/>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972383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424F1C-0AF4-BB6D-DDE7-83402ED7FE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0E5F116-B789-EEDF-7E0D-2DC98476E2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71258B04-B628-426F-C623-5C5F4FC131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F1455B47-F15A-0B40-DE6D-DB6CA7DC8B85}"/>
              </a:ext>
            </a:extLst>
          </p:cNvPr>
          <p:cNvSpPr>
            <a:spLocks noGrp="1"/>
          </p:cNvSpPr>
          <p:nvPr>
            <p:ph type="dt" sz="half" idx="10"/>
          </p:nvPr>
        </p:nvSpPr>
        <p:spPr/>
        <p:txBody>
          <a:bodyPr/>
          <a:lstStyle/>
          <a:p>
            <a:fld id="{6D6A32C0-759A-4DBD-91F1-732B5793AE3E}" type="datetime1">
              <a:rPr lang="en-US" smtClean="0"/>
              <a:t>26/09/2026</a:t>
            </a:fld>
            <a:endParaRPr lang="en-US"/>
          </a:p>
        </p:txBody>
      </p:sp>
      <p:sp>
        <p:nvSpPr>
          <p:cNvPr id="6" name="Footer Placeholder 5">
            <a:extLst>
              <a:ext uri="{FF2B5EF4-FFF2-40B4-BE49-F238E27FC236}">
                <a16:creationId xmlns:a16="http://schemas.microsoft.com/office/drawing/2014/main" xmlns="" id="{0F1983D9-7DB1-DF08-EFBD-340CF9470B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9F03252-177D-CC44-3704-EA7280F3DC4B}"/>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3604063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AEFE5-72B5-32C7-6493-5EFC2D178F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D61373D2-8EEE-ED61-D632-26CA3D156B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463F265-939E-B661-0681-B849FC6D93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413F27AB-FEFC-62DD-3600-D6BAC25C96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5F95A6B-14D9-DA81-4F8F-380FE00ECF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D4BF5C4A-7F77-5BCD-2066-FD4149533085}"/>
              </a:ext>
            </a:extLst>
          </p:cNvPr>
          <p:cNvSpPr>
            <a:spLocks noGrp="1"/>
          </p:cNvSpPr>
          <p:nvPr>
            <p:ph type="dt" sz="half" idx="10"/>
          </p:nvPr>
        </p:nvSpPr>
        <p:spPr/>
        <p:txBody>
          <a:bodyPr/>
          <a:lstStyle/>
          <a:p>
            <a:fld id="{98ADBA89-DB30-442A-AFB1-5ACC9A249F43}" type="datetime1">
              <a:rPr lang="en-US" smtClean="0"/>
              <a:t>26/09/2026</a:t>
            </a:fld>
            <a:endParaRPr lang="en-US"/>
          </a:p>
        </p:txBody>
      </p:sp>
      <p:sp>
        <p:nvSpPr>
          <p:cNvPr id="8" name="Footer Placeholder 7">
            <a:extLst>
              <a:ext uri="{FF2B5EF4-FFF2-40B4-BE49-F238E27FC236}">
                <a16:creationId xmlns:a16="http://schemas.microsoft.com/office/drawing/2014/main" xmlns="" id="{6FEB99B6-F693-F0BA-9C5A-2DF9D4A334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6441D99A-A967-3125-B4F1-A5F1637E88D0}"/>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1752126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CD6CA8-2041-BB1A-1EAC-0DD87767649D}"/>
              </a:ext>
            </a:extLst>
          </p:cNvPr>
          <p:cNvSpPr>
            <a:spLocks noGrp="1"/>
          </p:cNvSpPr>
          <p:nvPr>
            <p:ph type="title"/>
          </p:nvPr>
        </p:nvSpPr>
        <p:spPr/>
        <p:txBody>
          <a:bodyPr/>
          <a:lstStyle>
            <a:lvl1pPr>
              <a:defRPr b="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xmlns="" id="{CB5F9F1F-CCDC-1E26-06B9-08F2F7C34AB6}"/>
              </a:ext>
            </a:extLst>
          </p:cNvPr>
          <p:cNvSpPr>
            <a:spLocks noGrp="1"/>
          </p:cNvSpPr>
          <p:nvPr>
            <p:ph type="dt" sz="half" idx="10"/>
          </p:nvPr>
        </p:nvSpPr>
        <p:spPr/>
        <p:txBody>
          <a:bodyPr/>
          <a:lstStyle/>
          <a:p>
            <a:fld id="{99475B20-A944-4190-A610-EDABFC7B010D}" type="datetime1">
              <a:rPr lang="en-US" smtClean="0"/>
              <a:t>26/09/2026</a:t>
            </a:fld>
            <a:endParaRPr lang="en-US"/>
          </a:p>
        </p:txBody>
      </p:sp>
      <p:sp>
        <p:nvSpPr>
          <p:cNvPr id="4" name="Footer Placeholder 3">
            <a:extLst>
              <a:ext uri="{FF2B5EF4-FFF2-40B4-BE49-F238E27FC236}">
                <a16:creationId xmlns:a16="http://schemas.microsoft.com/office/drawing/2014/main" xmlns="" id="{2257B66A-A820-437E-42D0-426FE29213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29EC82A2-4627-223D-D029-7B3B9558793C}"/>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2564076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ACB7079-AC7D-1A16-7FF2-980B9668C2AE}"/>
              </a:ext>
            </a:extLst>
          </p:cNvPr>
          <p:cNvSpPr>
            <a:spLocks noGrp="1"/>
          </p:cNvSpPr>
          <p:nvPr>
            <p:ph type="dt" sz="half" idx="10"/>
          </p:nvPr>
        </p:nvSpPr>
        <p:spPr/>
        <p:txBody>
          <a:bodyPr/>
          <a:lstStyle/>
          <a:p>
            <a:fld id="{3C2F8EEF-A488-4E9F-885B-F1E966D3DA96}" type="datetime1">
              <a:rPr lang="en-US" smtClean="0"/>
              <a:t>26/09/2026</a:t>
            </a:fld>
            <a:endParaRPr lang="en-US"/>
          </a:p>
        </p:txBody>
      </p:sp>
      <p:sp>
        <p:nvSpPr>
          <p:cNvPr id="3" name="Footer Placeholder 2">
            <a:extLst>
              <a:ext uri="{FF2B5EF4-FFF2-40B4-BE49-F238E27FC236}">
                <a16:creationId xmlns:a16="http://schemas.microsoft.com/office/drawing/2014/main" xmlns="" id="{EFD1527B-29F8-D775-0F3D-738F7C067E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BF517EB9-4A27-6BAA-2AA2-7162E75281FA}"/>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3763586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E0D540-550B-9458-7DC6-71127D83D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D7296E05-2C16-F987-6DB5-05652A44D2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8A36A5B9-4E5D-30E4-BBDC-9EF7474CC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84298A6-405A-9339-CCE6-9E86BB89D997}"/>
              </a:ext>
            </a:extLst>
          </p:cNvPr>
          <p:cNvSpPr>
            <a:spLocks noGrp="1"/>
          </p:cNvSpPr>
          <p:nvPr>
            <p:ph type="dt" sz="half" idx="10"/>
          </p:nvPr>
        </p:nvSpPr>
        <p:spPr/>
        <p:txBody>
          <a:bodyPr/>
          <a:lstStyle/>
          <a:p>
            <a:fld id="{C9533668-F116-41FC-9389-B10A480A2D2A}" type="datetime1">
              <a:rPr lang="en-US" smtClean="0"/>
              <a:t>26/09/2026</a:t>
            </a:fld>
            <a:endParaRPr lang="en-US"/>
          </a:p>
        </p:txBody>
      </p:sp>
      <p:sp>
        <p:nvSpPr>
          <p:cNvPr id="6" name="Footer Placeholder 5">
            <a:extLst>
              <a:ext uri="{FF2B5EF4-FFF2-40B4-BE49-F238E27FC236}">
                <a16:creationId xmlns:a16="http://schemas.microsoft.com/office/drawing/2014/main" xmlns="" id="{AB125A1E-429B-A909-726A-4BE145E6E4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DB42052-1D88-A164-DAE4-5D7AA24A2071}"/>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164242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F2AF0C-3B44-D57C-1445-DD0ABDA09C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F7345216-D71F-F700-3B6A-4BACD9CB85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E1B07014-F369-7228-9537-592748DDA2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5B23BDE-31D9-9AA2-36F7-FDDA23942230}"/>
              </a:ext>
            </a:extLst>
          </p:cNvPr>
          <p:cNvSpPr>
            <a:spLocks noGrp="1"/>
          </p:cNvSpPr>
          <p:nvPr>
            <p:ph type="dt" sz="half" idx="10"/>
          </p:nvPr>
        </p:nvSpPr>
        <p:spPr/>
        <p:txBody>
          <a:bodyPr/>
          <a:lstStyle/>
          <a:p>
            <a:fld id="{5F9E2BE1-6B52-4879-A5A8-A9142EE6741E}" type="datetime1">
              <a:rPr lang="en-US" smtClean="0"/>
              <a:t>26/09/2026</a:t>
            </a:fld>
            <a:endParaRPr lang="en-US"/>
          </a:p>
        </p:txBody>
      </p:sp>
      <p:sp>
        <p:nvSpPr>
          <p:cNvPr id="6" name="Footer Placeholder 5">
            <a:extLst>
              <a:ext uri="{FF2B5EF4-FFF2-40B4-BE49-F238E27FC236}">
                <a16:creationId xmlns:a16="http://schemas.microsoft.com/office/drawing/2014/main" xmlns="" id="{649A02AF-A5E2-FDD8-CEAB-644A2DFE7B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19D5EB9-C474-3260-A6A8-BFE233BB4474}"/>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1229382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372C2A-C633-AD3A-5F19-2B299C118D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D50DA955-A460-038C-5981-2FE90166DC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0304740-35C4-5B89-7374-999284B2366C}"/>
              </a:ext>
            </a:extLst>
          </p:cNvPr>
          <p:cNvSpPr>
            <a:spLocks noGrp="1"/>
          </p:cNvSpPr>
          <p:nvPr>
            <p:ph type="dt" sz="half" idx="10"/>
          </p:nvPr>
        </p:nvSpPr>
        <p:spPr/>
        <p:txBody>
          <a:bodyPr/>
          <a:lstStyle/>
          <a:p>
            <a:fld id="{8D5636D6-A642-4C11-ABEA-3F5B8EBBBA55}" type="datetime1">
              <a:rPr lang="en-US" smtClean="0"/>
              <a:t>26/09/2026</a:t>
            </a:fld>
            <a:endParaRPr lang="en-US"/>
          </a:p>
        </p:txBody>
      </p:sp>
      <p:sp>
        <p:nvSpPr>
          <p:cNvPr id="5" name="Footer Placeholder 4">
            <a:extLst>
              <a:ext uri="{FF2B5EF4-FFF2-40B4-BE49-F238E27FC236}">
                <a16:creationId xmlns:a16="http://schemas.microsoft.com/office/drawing/2014/main" xmlns="" id="{8B8EAB6C-1404-28BD-C16B-759EE24FB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BB6C2A1-D143-E4BC-4F56-6899AC69BB67}"/>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1235285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2DADDB8-C00B-9A37-5DBD-8C171813F1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3A46DA6B-E107-A9F2-40E2-4F841A55B2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8CC2F22-4BA3-4C58-E702-2BA78F0DCFC8}"/>
              </a:ext>
            </a:extLst>
          </p:cNvPr>
          <p:cNvSpPr>
            <a:spLocks noGrp="1"/>
          </p:cNvSpPr>
          <p:nvPr>
            <p:ph type="dt" sz="half" idx="10"/>
          </p:nvPr>
        </p:nvSpPr>
        <p:spPr/>
        <p:txBody>
          <a:bodyPr/>
          <a:lstStyle/>
          <a:p>
            <a:fld id="{3AAC0B92-A2D3-4B14-BC14-06888A6E02CF}" type="datetime1">
              <a:rPr lang="en-US" smtClean="0"/>
              <a:t>26/09/2026</a:t>
            </a:fld>
            <a:endParaRPr lang="en-US"/>
          </a:p>
        </p:txBody>
      </p:sp>
      <p:sp>
        <p:nvSpPr>
          <p:cNvPr id="5" name="Footer Placeholder 4">
            <a:extLst>
              <a:ext uri="{FF2B5EF4-FFF2-40B4-BE49-F238E27FC236}">
                <a16:creationId xmlns:a16="http://schemas.microsoft.com/office/drawing/2014/main" xmlns="" id="{8778963C-2214-93AC-E572-F05A7322A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875172F-08D7-12F3-E1B8-8025C8EE9048}"/>
              </a:ext>
            </a:extLst>
          </p:cNvPr>
          <p:cNvSpPr>
            <a:spLocks noGrp="1"/>
          </p:cNvSpPr>
          <p:nvPr>
            <p:ph type="sldNum" sz="quarter" idx="12"/>
          </p:nvPr>
        </p:nvSpPr>
        <p:spPr/>
        <p:txBody>
          <a:bodyPr/>
          <a:lstStyle/>
          <a:p>
            <a:fld id="{3F17D892-5EA8-4B0F-AECB-83FCA1685F48}" type="slidenum">
              <a:rPr lang="en-US" smtClean="0"/>
              <a:t>‹#›</a:t>
            </a:fld>
            <a:endParaRPr lang="en-US"/>
          </a:p>
        </p:txBody>
      </p:sp>
    </p:spTree>
    <p:extLst>
      <p:ext uri="{BB962C8B-B14F-4D97-AF65-F5344CB8AC3E}">
        <p14:creationId xmlns:p14="http://schemas.microsoft.com/office/powerpoint/2010/main" val="2664664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AE2446D-29B9-9601-9BBA-B96BFCCB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EC038B94-9351-B27A-867D-6AFD676ED6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34D50732-3642-0DF0-E709-B1F407D2B6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1EB8DF-6514-4402-8126-85FA527EBEB4}" type="datetime1">
              <a:rPr lang="en-US" smtClean="0"/>
              <a:t>26/09/2026</a:t>
            </a:fld>
            <a:endParaRPr lang="en-US"/>
          </a:p>
        </p:txBody>
      </p:sp>
      <p:sp>
        <p:nvSpPr>
          <p:cNvPr id="5" name="Footer Placeholder 4">
            <a:extLst>
              <a:ext uri="{FF2B5EF4-FFF2-40B4-BE49-F238E27FC236}">
                <a16:creationId xmlns:a16="http://schemas.microsoft.com/office/drawing/2014/main" xmlns="" id="{93F02F40-65A7-E6DA-4D93-B563709D3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C5385F6D-0D89-1927-BE64-F8EE45D0C2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17D892-5EA8-4B0F-AECB-83FCA1685F48}" type="slidenum">
              <a:rPr lang="en-US" smtClean="0"/>
              <a:t>‹#›</a:t>
            </a:fld>
            <a:endParaRPr lang="en-US"/>
          </a:p>
        </p:txBody>
      </p:sp>
    </p:spTree>
    <p:extLst>
      <p:ext uri="{BB962C8B-B14F-4D97-AF65-F5344CB8AC3E}">
        <p14:creationId xmlns:p14="http://schemas.microsoft.com/office/powerpoint/2010/main" val="1084111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000" b="1" kern="1200">
          <a:solidFill>
            <a:srgbClr val="996633"/>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Times New Roman" panose="02020603050405020304" pitchFamily="18"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Times New Roman" panose="02020603050405020304" pitchFamily="18"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
        <a:defRPr sz="2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0A9AC6-17C8-7898-13A3-AA42752E045E}"/>
              </a:ext>
            </a:extLst>
          </p:cNvPr>
          <p:cNvSpPr>
            <a:spLocks noGrp="1"/>
          </p:cNvSpPr>
          <p:nvPr>
            <p:ph type="ctrTitle"/>
          </p:nvPr>
        </p:nvSpPr>
        <p:spPr/>
        <p:txBody>
          <a:bodyPr>
            <a:normAutofit/>
          </a:bodyPr>
          <a:lstStyle/>
          <a:p>
            <a:r>
              <a:rPr lang="en-US">
                <a:ln w="22225">
                  <a:solidFill>
                    <a:schemeClr val="accent2">
                      <a:lumMod val="75000"/>
                    </a:schemeClr>
                  </a:solidFill>
                  <a:prstDash val="solid"/>
                </a:ln>
              </a:rPr>
              <a:t>BỐ CỤC MỘT BÀI THUYẾT TRÌNH</a:t>
            </a:r>
            <a:endParaRPr lang="en-US" sz="5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125D732C-02C0-F65C-C6C3-7AB688F56708}"/>
              </a:ext>
            </a:extLst>
          </p:cNvPr>
          <p:cNvSpPr>
            <a:spLocks noGrp="1"/>
          </p:cNvSpPr>
          <p:nvPr>
            <p:ph type="subTitle" idx="1"/>
          </p:nvPr>
        </p:nvSpPr>
        <p:spPr>
          <a:xfrm>
            <a:off x="1587374" y="3509963"/>
            <a:ext cx="9144000" cy="1655762"/>
          </a:xfrm>
        </p:spPr>
        <p:txBody>
          <a:bodyPr/>
          <a:lstStyle/>
          <a:p>
            <a:r>
              <a:rPr lang="en-US"/>
              <a:t>ThS. Họ và Tên</a:t>
            </a:r>
            <a:endParaRPr lang="vi-VN"/>
          </a:p>
          <a:p>
            <a:endParaRPr lang="en-US"/>
          </a:p>
        </p:txBody>
      </p:sp>
      <p:sp>
        <p:nvSpPr>
          <p:cNvPr id="4" name="TextBox 3"/>
          <p:cNvSpPr txBox="1"/>
          <p:nvPr/>
        </p:nvSpPr>
        <p:spPr>
          <a:xfrm>
            <a:off x="6563762" y="5165725"/>
            <a:ext cx="5857592" cy="400110"/>
          </a:xfrm>
          <a:prstGeom prst="rect">
            <a:avLst/>
          </a:prstGeom>
          <a:noFill/>
        </p:spPr>
        <p:txBody>
          <a:bodyPr wrap="square" rtlCol="0">
            <a:spAutoFit/>
          </a:bodyPr>
          <a:lstStyle/>
          <a:p>
            <a:pPr algn="ctr"/>
            <a:r>
              <a:rPr lang="en-US" sz="2000" b="1" smtClean="0">
                <a:latin typeface="Times New Roman" panose="02020603050405020304" pitchFamily="18" charset="0"/>
                <a:cs typeface="Times New Roman" panose="02020603050405020304" pitchFamily="18" charset="0"/>
              </a:rPr>
              <a:t>Trích từ Tủ sách Khoa học VLOS</a:t>
            </a:r>
            <a:endParaRPr lang="en-US" sz="2000"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F17D892-5EA8-4B0F-AECB-83FCA1685F48}" type="slidenum">
              <a:rPr lang="en-US" smtClean="0"/>
              <a:t>1</a:t>
            </a:fld>
            <a:endParaRPr lang="en-US"/>
          </a:p>
        </p:txBody>
      </p:sp>
    </p:spTree>
    <p:extLst>
      <p:ext uri="{BB962C8B-B14F-4D97-AF65-F5344CB8AC3E}">
        <p14:creationId xmlns:p14="http://schemas.microsoft.com/office/powerpoint/2010/main" val="28430108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n w="22225">
                  <a:solidFill>
                    <a:schemeClr val="accent2">
                      <a:lumMod val="75000"/>
                    </a:schemeClr>
                  </a:solidFill>
                  <a:prstDash val="solid"/>
                </a:ln>
              </a:rPr>
              <a:t>Giới thiệu</a:t>
            </a:r>
            <a:endParaRPr lang="en-US"/>
          </a:p>
        </p:txBody>
      </p:sp>
      <p:sp>
        <p:nvSpPr>
          <p:cNvPr id="3" name="Content Placeholder 2"/>
          <p:cNvSpPr>
            <a:spLocks noGrp="1"/>
          </p:cNvSpPr>
          <p:nvPr>
            <p:ph idx="1"/>
          </p:nvPr>
        </p:nvSpPr>
        <p:spPr/>
        <p:txBody>
          <a:bodyPr/>
          <a:lstStyle/>
          <a:p>
            <a:pPr marL="571500" indent="-571500"/>
            <a:r>
              <a:rPr lang="en-US"/>
              <a:t>Phần mở đầu</a:t>
            </a:r>
          </a:p>
          <a:p>
            <a:pPr marL="0" indent="0">
              <a:buNone/>
            </a:pPr>
            <a:r>
              <a:rPr lang="en-US" sz="2800"/>
              <a:t>	- Cần đạt được mục đích</a:t>
            </a:r>
          </a:p>
          <a:p>
            <a:pPr marL="571500" indent="-571500"/>
            <a:r>
              <a:rPr lang="en-US"/>
              <a:t>Phần chính</a:t>
            </a:r>
          </a:p>
          <a:p>
            <a:pPr marL="0" indent="0">
              <a:buNone/>
            </a:pPr>
            <a:r>
              <a:rPr lang="en-US"/>
              <a:t>	</a:t>
            </a:r>
            <a:r>
              <a:rPr lang="en-US" sz="2800"/>
              <a:t>- Đưa ra giải pháp, ý kiến</a:t>
            </a:r>
          </a:p>
          <a:p>
            <a:pPr marL="571500" indent="-571500"/>
            <a:r>
              <a:rPr lang="en-US"/>
              <a:t>Phần </a:t>
            </a:r>
            <a:r>
              <a:rPr lang="en-US" smtClean="0"/>
              <a:t>kết</a:t>
            </a:r>
          </a:p>
          <a:p>
            <a:pPr marL="0" indent="0">
              <a:buNone/>
            </a:pPr>
            <a:r>
              <a:rPr lang="en-US"/>
              <a:t>	</a:t>
            </a:r>
            <a:r>
              <a:rPr lang="en-US" sz="2800"/>
              <a:t>- Tóm tắt các nội dung đã được trình bày</a:t>
            </a:r>
            <a:endParaRPr lang="vi-VN" sz="2800"/>
          </a:p>
          <a:p>
            <a:endParaRPr lang="en-US"/>
          </a:p>
        </p:txBody>
      </p:sp>
      <p:sp>
        <p:nvSpPr>
          <p:cNvPr id="4" name="Slide Number Placeholder 3"/>
          <p:cNvSpPr>
            <a:spLocks noGrp="1"/>
          </p:cNvSpPr>
          <p:nvPr>
            <p:ph type="sldNum" sz="quarter" idx="12"/>
          </p:nvPr>
        </p:nvSpPr>
        <p:spPr/>
        <p:txBody>
          <a:bodyPr/>
          <a:lstStyle/>
          <a:p>
            <a:fld id="{3F17D892-5EA8-4B0F-AECB-83FCA1685F48}" type="slidenum">
              <a:rPr lang="en-US" smtClean="0"/>
              <a:t>2</a:t>
            </a:fld>
            <a:endParaRPr lang="en-US"/>
          </a:p>
        </p:txBody>
      </p:sp>
    </p:spTree>
    <p:extLst>
      <p:ext uri="{BB962C8B-B14F-4D97-AF65-F5344CB8AC3E}">
        <p14:creationId xmlns:p14="http://schemas.microsoft.com/office/powerpoint/2010/main" val="2853459475"/>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n w="22225">
                  <a:solidFill>
                    <a:schemeClr val="accent2">
                      <a:lumMod val="75000"/>
                    </a:schemeClr>
                  </a:solidFill>
                  <a:prstDash val="solid"/>
                </a:ln>
              </a:rPr>
              <a:t>Phần mở đầu</a:t>
            </a:r>
            <a:endParaRPr lang="en-US"/>
          </a:p>
        </p:txBody>
      </p:sp>
      <p:sp>
        <p:nvSpPr>
          <p:cNvPr id="3" name="Content Placeholder 2"/>
          <p:cNvSpPr>
            <a:spLocks noGrp="1"/>
          </p:cNvSpPr>
          <p:nvPr>
            <p:ph idx="1"/>
          </p:nvPr>
        </p:nvSpPr>
        <p:spPr/>
        <p:txBody>
          <a:bodyPr/>
          <a:lstStyle/>
          <a:p>
            <a:pPr marL="571500" indent="-571500"/>
            <a:r>
              <a:rPr lang="en-US"/>
              <a:t>Thu hút sự chú ý của người nghe</a:t>
            </a:r>
          </a:p>
          <a:p>
            <a:pPr marL="742950" lvl="1" indent="-285750">
              <a:buFont typeface="Times New Roman" panose="02020603050405020304" pitchFamily="18" charset="0"/>
              <a:buChar char="‒"/>
            </a:pPr>
            <a:r>
              <a:rPr lang="en-US" smtClean="0">
                <a:hlinkClick r:id="rId2" action="ppaction://hlinksldjump"/>
              </a:rPr>
              <a:t>Sử dụng một đoạn trích dẫn </a:t>
            </a:r>
            <a:endParaRPr lang="en-US" smtClean="0"/>
          </a:p>
          <a:p>
            <a:pPr marL="742950" lvl="1" indent="-285750">
              <a:buFont typeface="Times New Roman" panose="02020603050405020304" pitchFamily="18" charset="0"/>
              <a:buChar char="‒"/>
            </a:pPr>
            <a:r>
              <a:rPr lang="en-US" smtClean="0"/>
              <a:t>Một câu hỏi</a:t>
            </a:r>
          </a:p>
          <a:p>
            <a:pPr marL="742950" lvl="1" indent="-285750">
              <a:buFont typeface="Times New Roman" panose="02020603050405020304" pitchFamily="18" charset="0"/>
              <a:buChar char="‒"/>
            </a:pPr>
            <a:r>
              <a:rPr lang="en-US" smtClean="0"/>
              <a:t>Một </a:t>
            </a:r>
            <a:r>
              <a:rPr lang="en-US"/>
              <a:t>lời hứa</a:t>
            </a:r>
          </a:p>
          <a:p>
            <a:pPr marL="742950" lvl="1" indent="-285750">
              <a:buFont typeface="Times New Roman" panose="02020603050405020304" pitchFamily="18" charset="0"/>
              <a:buChar char="‒"/>
            </a:pPr>
            <a:r>
              <a:rPr lang="en-US"/>
              <a:t>Thậm chí làm mọi người phải hoạt động</a:t>
            </a:r>
          </a:p>
          <a:p>
            <a:pPr marL="571500" indent="-571500"/>
            <a:r>
              <a:rPr lang="en-US"/>
              <a:t>Tóm lược các nội dung liên quan</a:t>
            </a:r>
          </a:p>
          <a:p>
            <a:pPr marL="742950" lvl="1" indent="-285750">
              <a:buFont typeface="Times New Roman" panose="02020603050405020304" pitchFamily="18" charset="0"/>
              <a:buChar char="‒"/>
            </a:pPr>
            <a:r>
              <a:rPr lang="en-US"/>
              <a:t>Đã được trình bày</a:t>
            </a:r>
          </a:p>
          <a:p>
            <a:pPr marL="742950" lvl="1" indent="-285750">
              <a:buFont typeface="Times New Roman" panose="02020603050405020304" pitchFamily="18" charset="0"/>
              <a:buChar char="‒"/>
            </a:pPr>
            <a:r>
              <a:rPr lang="en-US"/>
              <a:t>Được đa số người nghe biết rõ</a:t>
            </a:r>
          </a:p>
          <a:p>
            <a:endParaRPr lang="en-US"/>
          </a:p>
        </p:txBody>
      </p:sp>
      <p:sp>
        <p:nvSpPr>
          <p:cNvPr id="4" name="Slide Number Placeholder 3"/>
          <p:cNvSpPr>
            <a:spLocks noGrp="1"/>
          </p:cNvSpPr>
          <p:nvPr>
            <p:ph type="sldNum" sz="quarter" idx="12"/>
          </p:nvPr>
        </p:nvSpPr>
        <p:spPr/>
        <p:txBody>
          <a:bodyPr/>
          <a:lstStyle/>
          <a:p>
            <a:fld id="{3F17D892-5EA8-4B0F-AECB-83FCA1685F48}" type="slidenum">
              <a:rPr lang="en-US" smtClean="0"/>
              <a:t>3</a:t>
            </a:fld>
            <a:endParaRPr lang="en-US"/>
          </a:p>
        </p:txBody>
      </p:sp>
    </p:spTree>
    <p:extLst>
      <p:ext uri="{BB962C8B-B14F-4D97-AF65-F5344CB8AC3E}">
        <p14:creationId xmlns:p14="http://schemas.microsoft.com/office/powerpoint/2010/main" val="40333454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n w="22225">
                  <a:solidFill>
                    <a:schemeClr val="accent2">
                      <a:lumMod val="75000"/>
                    </a:schemeClr>
                  </a:solidFill>
                  <a:prstDash val="solid"/>
                </a:ln>
              </a:rPr>
              <a:t>Phần chính</a:t>
            </a:r>
            <a:endParaRPr lang="en-US"/>
          </a:p>
        </p:txBody>
      </p:sp>
      <p:sp>
        <p:nvSpPr>
          <p:cNvPr id="3" name="Content Placeholder 2"/>
          <p:cNvSpPr>
            <a:spLocks noGrp="1"/>
          </p:cNvSpPr>
          <p:nvPr>
            <p:ph idx="1"/>
          </p:nvPr>
        </p:nvSpPr>
        <p:spPr/>
        <p:txBody>
          <a:bodyPr/>
          <a:lstStyle/>
          <a:p>
            <a:pPr marL="571500" indent="-571500"/>
            <a:r>
              <a:rPr lang="en-US"/>
              <a:t>Phần chính với các nội dung</a:t>
            </a:r>
          </a:p>
          <a:p>
            <a:pPr marL="742950" lvl="1" indent="-285750">
              <a:buFont typeface="Times New Roman" panose="02020603050405020304" pitchFamily="18" charset="0"/>
              <a:buChar char="‒"/>
            </a:pPr>
            <a:r>
              <a:rPr lang="en-US"/>
              <a:t>Vấn đề cần giải quyết, yêu cầu công việc</a:t>
            </a:r>
          </a:p>
          <a:p>
            <a:pPr marL="742950" lvl="1" indent="-285750">
              <a:buFont typeface="Times New Roman" panose="02020603050405020304" pitchFamily="18" charset="0"/>
              <a:buChar char="‒"/>
            </a:pPr>
            <a:r>
              <a:rPr lang="en-US"/>
              <a:t>Ý tưởng và giải pháp</a:t>
            </a:r>
          </a:p>
          <a:p>
            <a:pPr marL="742950" lvl="1" indent="-285750">
              <a:buFont typeface="Times New Roman" panose="02020603050405020304" pitchFamily="18" charset="0"/>
              <a:buChar char="‒"/>
            </a:pPr>
            <a:r>
              <a:rPr lang="en-US" smtClean="0">
                <a:hlinkClick r:id="rId2" action="ppaction://hlinksldjump"/>
              </a:rPr>
              <a:t>Cung cấp ví dụ để chứng minh</a:t>
            </a:r>
            <a:endParaRPr lang="en-US" smtClean="0"/>
          </a:p>
          <a:p>
            <a:pPr marL="742950" lvl="1" indent="-285750">
              <a:buFont typeface="Times New Roman" panose="02020603050405020304" pitchFamily="18" charset="0"/>
              <a:buChar char="‒"/>
            </a:pPr>
            <a:r>
              <a:rPr lang="en-US" smtClean="0"/>
              <a:t>Lợi </a:t>
            </a:r>
            <a:r>
              <a:rPr lang="en-US"/>
              <a:t>ích khi áp dụng giải pháp</a:t>
            </a:r>
          </a:p>
          <a:p>
            <a:pPr marL="742950" lvl="1" indent="-285750">
              <a:buFont typeface="Times New Roman" panose="02020603050405020304" pitchFamily="18" charset="0"/>
              <a:buChar char="‒"/>
            </a:pPr>
            <a:r>
              <a:rPr lang="en-US"/>
              <a:t>Chương trình hành động/các việc làm cụ thể</a:t>
            </a:r>
          </a:p>
          <a:p>
            <a:pPr marL="0" indent="0">
              <a:buNone/>
            </a:pPr>
            <a:endParaRPr lang="en-US"/>
          </a:p>
        </p:txBody>
      </p:sp>
      <p:sp>
        <p:nvSpPr>
          <p:cNvPr id="4" name="Slide Number Placeholder 3"/>
          <p:cNvSpPr>
            <a:spLocks noGrp="1"/>
          </p:cNvSpPr>
          <p:nvPr>
            <p:ph type="sldNum" sz="quarter" idx="12"/>
          </p:nvPr>
        </p:nvSpPr>
        <p:spPr/>
        <p:txBody>
          <a:bodyPr/>
          <a:lstStyle/>
          <a:p>
            <a:fld id="{3F17D892-5EA8-4B0F-AECB-83FCA1685F48}" type="slidenum">
              <a:rPr lang="en-US" smtClean="0"/>
              <a:t>4</a:t>
            </a:fld>
            <a:endParaRPr lang="en-US"/>
          </a:p>
        </p:txBody>
      </p:sp>
    </p:spTree>
    <p:extLst>
      <p:ext uri="{BB962C8B-B14F-4D97-AF65-F5344CB8AC3E}">
        <p14:creationId xmlns:p14="http://schemas.microsoft.com/office/powerpoint/2010/main" val="618174617"/>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n w="22225">
                  <a:solidFill>
                    <a:schemeClr val="accent2">
                      <a:lumMod val="75000"/>
                    </a:schemeClr>
                  </a:solidFill>
                  <a:prstDash val="solid"/>
                </a:ln>
              </a:rPr>
              <a:t>Phần kết</a:t>
            </a:r>
            <a:endParaRPr lang="en-US" b="0"/>
          </a:p>
        </p:txBody>
      </p:sp>
      <p:sp>
        <p:nvSpPr>
          <p:cNvPr id="3" name="Content Placeholder 2"/>
          <p:cNvSpPr>
            <a:spLocks noGrp="1"/>
          </p:cNvSpPr>
          <p:nvPr>
            <p:ph idx="1"/>
          </p:nvPr>
        </p:nvSpPr>
        <p:spPr/>
        <p:txBody>
          <a:bodyPr/>
          <a:lstStyle/>
          <a:p>
            <a:pPr marL="571500" indent="-571500"/>
            <a:r>
              <a:rPr lang="en-US"/>
              <a:t>Tóm tắt</a:t>
            </a:r>
          </a:p>
          <a:p>
            <a:pPr marL="571500" indent="-571500"/>
            <a:r>
              <a:rPr lang="en-US"/>
              <a:t>Kết luận cuối cùng</a:t>
            </a:r>
          </a:p>
          <a:p>
            <a:pPr marL="742950" lvl="1" indent="-285750">
              <a:buFont typeface="Times New Roman" panose="02020603050405020304" pitchFamily="18" charset="0"/>
              <a:buChar char="‒"/>
            </a:pPr>
            <a:r>
              <a:rPr lang="en-US" sz="2400"/>
              <a:t>Liệu còn điều gì bạn muốn người nghe ghi nhớ?</a:t>
            </a:r>
          </a:p>
          <a:p>
            <a:pPr marL="0" indent="0">
              <a:buNone/>
            </a:pPr>
            <a:endParaRPr lang="en-US"/>
          </a:p>
        </p:txBody>
      </p:sp>
      <p:sp>
        <p:nvSpPr>
          <p:cNvPr id="4" name="Slide Number Placeholder 3"/>
          <p:cNvSpPr>
            <a:spLocks noGrp="1"/>
          </p:cNvSpPr>
          <p:nvPr>
            <p:ph type="sldNum" sz="quarter" idx="12"/>
          </p:nvPr>
        </p:nvSpPr>
        <p:spPr/>
        <p:txBody>
          <a:bodyPr/>
          <a:lstStyle/>
          <a:p>
            <a:fld id="{3F17D892-5EA8-4B0F-AECB-83FCA1685F48}" type="slidenum">
              <a:rPr lang="en-US" smtClean="0"/>
              <a:t>5</a:t>
            </a:fld>
            <a:endParaRPr lang="en-US"/>
          </a:p>
        </p:txBody>
      </p:sp>
    </p:spTree>
    <p:extLst>
      <p:ext uri="{BB962C8B-B14F-4D97-AF65-F5344CB8AC3E}">
        <p14:creationId xmlns:p14="http://schemas.microsoft.com/office/powerpoint/2010/main" val="1955553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307" y="2610384"/>
            <a:ext cx="10515600" cy="1325563"/>
          </a:xfrm>
        </p:spPr>
        <p:txBody>
          <a:bodyPr/>
          <a:lstStyle/>
          <a:p>
            <a:pPr algn="ctr"/>
            <a:r>
              <a:rPr lang="en-US" b="1"/>
              <a:t>Cảm ơn sự chú ý của quý vị</a:t>
            </a:r>
            <a:endParaRPr lang="en-US"/>
          </a:p>
        </p:txBody>
      </p:sp>
      <p:sp>
        <p:nvSpPr>
          <p:cNvPr id="3" name="Slide Number Placeholder 2"/>
          <p:cNvSpPr>
            <a:spLocks noGrp="1"/>
          </p:cNvSpPr>
          <p:nvPr>
            <p:ph type="sldNum" sz="quarter" idx="12"/>
          </p:nvPr>
        </p:nvSpPr>
        <p:spPr/>
        <p:txBody>
          <a:bodyPr/>
          <a:lstStyle/>
          <a:p>
            <a:fld id="{3F17D892-5EA8-4B0F-AECB-83FCA1685F48}" type="slidenum">
              <a:rPr lang="en-US" smtClean="0"/>
              <a:t>6</a:t>
            </a:fld>
            <a:endParaRPr lang="en-US"/>
          </a:p>
        </p:txBody>
      </p:sp>
    </p:spTree>
    <p:extLst>
      <p:ext uri="{BB962C8B-B14F-4D97-AF65-F5344CB8AC3E}">
        <p14:creationId xmlns:p14="http://schemas.microsoft.com/office/powerpoint/2010/main" val="2869879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8211"/>
            <a:ext cx="10515600" cy="1325563"/>
          </a:xfrm>
        </p:spPr>
        <p:txBody>
          <a:bodyPr/>
          <a:lstStyle/>
          <a:p>
            <a:r>
              <a:rPr lang="en-US">
                <a:ln w="22225">
                  <a:solidFill>
                    <a:schemeClr val="accent2">
                      <a:lumMod val="75000"/>
                    </a:schemeClr>
                  </a:solidFill>
                  <a:prstDash val="solid"/>
                </a:ln>
              </a:rPr>
              <a:t>Ví dụ: sử dụng một đoạn trích dẫn khi giới thiệu</a:t>
            </a:r>
            <a:endParaRPr lang="en-US"/>
          </a:p>
        </p:txBody>
      </p:sp>
      <p:sp>
        <p:nvSpPr>
          <p:cNvPr id="3" name="Content Placeholder 2"/>
          <p:cNvSpPr>
            <a:spLocks noGrp="1"/>
          </p:cNvSpPr>
          <p:nvPr>
            <p:ph idx="1"/>
          </p:nvPr>
        </p:nvSpPr>
        <p:spPr>
          <a:xfrm>
            <a:off x="723403" y="2003774"/>
            <a:ext cx="10515600" cy="4351338"/>
          </a:xfrm>
        </p:spPr>
        <p:txBody>
          <a:bodyPr>
            <a:normAutofit/>
          </a:bodyPr>
          <a:lstStyle/>
          <a:p>
            <a:pPr marL="571500" indent="-571500"/>
            <a:r>
              <a:rPr lang="en-US"/>
              <a:t>Ví dụ: Ta có thể phát biểu trích dẫn lợi ích khi học ngành công nghệ thông tin</a:t>
            </a:r>
          </a:p>
          <a:p>
            <a:pPr marL="457200" lvl="1" indent="0">
              <a:buNone/>
            </a:pPr>
            <a:r>
              <a:rPr lang="en-US" sz="3200"/>
              <a:t>	“Hàng năm, công nghệ mới luôn được phát triển và thể hiện tầm quan trọng của nó đối với cuộc sống. Các doanh nghiệp cũng thay đổi theo hướng cập nhật công nghệ thống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a:t>
            </a:r>
            <a:r>
              <a:rPr lang="en-US" sz="3200"/>
              <a:t>gì</a:t>
            </a:r>
            <a:r>
              <a:rPr lang="en-US" sz="3200" smtClean="0"/>
              <a:t>?”</a:t>
            </a:r>
          </a:p>
          <a:p>
            <a:pPr marL="457200" lvl="1" indent="0">
              <a:buNone/>
            </a:pPr>
            <a:endParaRPr lang="en-US" sz="3200"/>
          </a:p>
          <a:p>
            <a:endParaRPr lang="en-US"/>
          </a:p>
        </p:txBody>
      </p:sp>
      <p:sp>
        <p:nvSpPr>
          <p:cNvPr id="5" name="Slide Number Placeholder 4"/>
          <p:cNvSpPr>
            <a:spLocks noGrp="1"/>
          </p:cNvSpPr>
          <p:nvPr>
            <p:ph type="sldNum" sz="quarter" idx="12"/>
          </p:nvPr>
        </p:nvSpPr>
        <p:spPr/>
        <p:txBody>
          <a:bodyPr/>
          <a:lstStyle/>
          <a:p>
            <a:fld id="{3F17D892-5EA8-4B0F-AECB-83FCA1685F48}" type="slidenum">
              <a:rPr lang="en-US" smtClean="0"/>
              <a:t>7</a:t>
            </a:fld>
            <a:endParaRPr lang="en-US"/>
          </a:p>
        </p:txBody>
      </p:sp>
      <p:sp>
        <p:nvSpPr>
          <p:cNvPr id="7" name="Circular Arrow 6">
            <a:hlinkClick r:id="rId2" action="ppaction://hlinksldjump"/>
          </p:cNvPr>
          <p:cNvSpPr/>
          <p:nvPr/>
        </p:nvSpPr>
        <p:spPr>
          <a:xfrm rot="10800000">
            <a:off x="5408254" y="5743067"/>
            <a:ext cx="978408" cy="978408"/>
          </a:xfrm>
          <a:prstGeom prst="circularArrow">
            <a:avLst>
              <a:gd name="adj1" fmla="val 12500"/>
              <a:gd name="adj2" fmla="val 1053102"/>
              <a:gd name="adj3" fmla="val 20457681"/>
              <a:gd name="adj4" fmla="val 10800000"/>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57733223"/>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n w="22225">
                  <a:solidFill>
                    <a:schemeClr val="accent2">
                      <a:lumMod val="75000"/>
                    </a:schemeClr>
                  </a:solidFill>
                  <a:prstDash val="solid"/>
                </a:ln>
              </a:rPr>
              <a:t>Ví dụ minh chứng một vấn đề</a:t>
            </a:r>
            <a:endParaRPr lang="en-US"/>
          </a:p>
        </p:txBody>
      </p:sp>
      <p:sp>
        <p:nvSpPr>
          <p:cNvPr id="3" name="Content Placeholder 2"/>
          <p:cNvSpPr>
            <a:spLocks noGrp="1"/>
          </p:cNvSpPr>
          <p:nvPr>
            <p:ph idx="1"/>
          </p:nvPr>
        </p:nvSpPr>
        <p:spPr>
          <a:xfrm>
            <a:off x="838200" y="1816572"/>
            <a:ext cx="10515600" cy="501116"/>
          </a:xfrm>
        </p:spPr>
        <p:txBody>
          <a:bodyPr>
            <a:normAutofit lnSpcReduction="10000"/>
          </a:bodyPr>
          <a:lstStyle/>
          <a:p>
            <a:r>
              <a:rPr lang="en-US"/>
              <a:t>Bảng thống kê kết quả tuyển sinh 2020</a:t>
            </a:r>
          </a:p>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550200431"/>
              </p:ext>
            </p:extLst>
          </p:nvPr>
        </p:nvGraphicFramePr>
        <p:xfrm>
          <a:off x="1018012" y="2326741"/>
          <a:ext cx="8128000" cy="3698240"/>
        </p:xfrm>
        <a:graphic>
          <a:graphicData uri="http://schemas.openxmlformats.org/drawingml/2006/table">
            <a:tbl>
              <a:tblPr firstRow="1" bandRow="1"/>
              <a:tblGrid>
                <a:gridCol w="4064000"/>
                <a:gridCol w="4064000"/>
              </a:tblGrid>
              <a:tr h="0">
                <a:tc>
                  <a:txBody>
                    <a:bodyPr/>
                    <a:lstStyle/>
                    <a:p>
                      <a:r>
                        <a:rPr lang="en-US" b="1" smtClean="0">
                          <a:latin typeface="Times New Roman" panose="02020603050405020304" pitchFamily="18" charset="0"/>
                          <a:cs typeface="Times New Roman" panose="02020603050405020304" pitchFamily="18" charset="0"/>
                        </a:rPr>
                        <a:t>Tên</a:t>
                      </a:r>
                      <a:r>
                        <a:rPr lang="en-US" b="1" baseline="0" smtClean="0">
                          <a:latin typeface="Times New Roman" panose="02020603050405020304" pitchFamily="18" charset="0"/>
                          <a:cs typeface="Times New Roman" panose="02020603050405020304" pitchFamily="18" charset="0"/>
                        </a:rPr>
                        <a:t> ngành/chuyên ngành</a:t>
                      </a:r>
                      <a:endParaRPr lang="en-US" b="1">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b="1" smtClean="0">
                          <a:latin typeface="Times New Roman" panose="02020603050405020304" pitchFamily="18" charset="0"/>
                          <a:cs typeface="Times New Roman" panose="02020603050405020304" pitchFamily="18" charset="0"/>
                        </a:rPr>
                        <a:t>Số</a:t>
                      </a:r>
                      <a:r>
                        <a:rPr lang="en-US" b="1" baseline="0" smtClean="0">
                          <a:latin typeface="Times New Roman" panose="02020603050405020304" pitchFamily="18" charset="0"/>
                          <a:cs typeface="Times New Roman" panose="02020603050405020304" pitchFamily="18" charset="0"/>
                        </a:rPr>
                        <a:t> lượng tuyển sinh</a:t>
                      </a:r>
                      <a:endParaRPr lang="en-US" b="1">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r>
                        <a:rPr lang="en-US" smtClean="0">
                          <a:latin typeface="Times New Roman" panose="02020603050405020304" pitchFamily="18" charset="0"/>
                          <a:cs typeface="Times New Roman" panose="02020603050405020304" pitchFamily="18" charset="0"/>
                        </a:rPr>
                        <a:t>Công</a:t>
                      </a:r>
                      <a:r>
                        <a:rPr lang="en-US" baseline="0" smtClean="0">
                          <a:latin typeface="Times New Roman" panose="02020603050405020304" pitchFamily="18" charset="0"/>
                          <a:cs typeface="Times New Roman" panose="02020603050405020304" pitchFamily="18" charset="0"/>
                        </a:rPr>
                        <a:t> nghệ thông tin</a:t>
                      </a:r>
                      <a:endParaRPr lang="en-US">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272</a:t>
                      </a:r>
                      <a:endParaRPr lang="en-US">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latin typeface="Times New Roman" panose="02020603050405020304" pitchFamily="18" charset="0"/>
                          <a:cs typeface="Times New Roman" panose="02020603050405020304" pitchFamily="18" charset="0"/>
                        </a:rPr>
                        <a:t>Công</a:t>
                      </a:r>
                      <a:r>
                        <a:rPr lang="en-US" baseline="0" smtClean="0">
                          <a:latin typeface="Times New Roman" panose="02020603050405020304" pitchFamily="18" charset="0"/>
                          <a:cs typeface="Times New Roman" panose="02020603050405020304" pitchFamily="18" charset="0"/>
                        </a:rPr>
                        <a:t> nghệ thông tin - CLC</a:t>
                      </a:r>
                      <a:endParaRPr lang="en-US" smtClean="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144</a:t>
                      </a:r>
                      <a:endParaRPr lang="en-US">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latin typeface="Times New Roman" panose="02020603050405020304" pitchFamily="18" charset="0"/>
                          <a:cs typeface="Times New Roman" panose="02020603050405020304" pitchFamily="18" charset="0"/>
                        </a:rPr>
                        <a:t>Công</a:t>
                      </a:r>
                      <a:r>
                        <a:rPr lang="en-US" baseline="0" smtClean="0">
                          <a:latin typeface="Times New Roman" panose="02020603050405020304" pitchFamily="18" charset="0"/>
                          <a:cs typeface="Times New Roman" panose="02020603050405020304" pitchFamily="18" charset="0"/>
                        </a:rPr>
                        <a:t> nghệ thông tin - HA</a:t>
                      </a:r>
                      <a:endParaRPr lang="en-US" smtClean="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75</a:t>
                      </a:r>
                      <a:endParaRPr lang="en-US">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r>
                        <a:rPr lang="en-US" smtClean="0">
                          <a:latin typeface="Times New Roman" panose="02020603050405020304" pitchFamily="18" charset="0"/>
                          <a:cs typeface="Times New Roman" panose="02020603050405020304" pitchFamily="18" charset="0"/>
                        </a:rPr>
                        <a:t>Mạng</a:t>
                      </a:r>
                      <a:r>
                        <a:rPr lang="en-US" baseline="0" smtClean="0">
                          <a:latin typeface="Times New Roman" panose="02020603050405020304" pitchFamily="18" charset="0"/>
                          <a:cs typeface="Times New Roman" panose="02020603050405020304" pitchFamily="18" charset="0"/>
                        </a:rPr>
                        <a:t> máy tình và truyền thông dữ liệu</a:t>
                      </a:r>
                      <a:endParaRPr lang="en-US">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149</a:t>
                      </a:r>
                      <a:endParaRPr lang="en-US">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r>
                        <a:rPr lang="en-US" smtClean="0">
                          <a:latin typeface="Times New Roman" panose="02020603050405020304" pitchFamily="18" charset="0"/>
                          <a:cs typeface="Times New Roman" panose="02020603050405020304" pitchFamily="18" charset="0"/>
                        </a:rPr>
                        <a:t>Kỹ</a:t>
                      </a:r>
                      <a:r>
                        <a:rPr lang="en-US" baseline="0" smtClean="0">
                          <a:latin typeface="Times New Roman" panose="02020603050405020304" pitchFamily="18" charset="0"/>
                          <a:cs typeface="Times New Roman" panose="02020603050405020304" pitchFamily="18" charset="0"/>
                        </a:rPr>
                        <a:t> thuật phần mềm </a:t>
                      </a:r>
                      <a:endParaRPr lang="en-US">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266</a:t>
                      </a:r>
                      <a:endParaRPr lang="en-US">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r>
                        <a:rPr lang="en-US" smtClean="0">
                          <a:latin typeface="Times New Roman" panose="02020603050405020304" pitchFamily="18" charset="0"/>
                          <a:cs typeface="Times New Roman" panose="02020603050405020304" pitchFamily="18" charset="0"/>
                        </a:rPr>
                        <a:t>Hệ</a:t>
                      </a:r>
                      <a:r>
                        <a:rPr lang="en-US" baseline="0" smtClean="0">
                          <a:latin typeface="Times New Roman" panose="02020603050405020304" pitchFamily="18" charset="0"/>
                          <a:cs typeface="Times New Roman" panose="02020603050405020304" pitchFamily="18" charset="0"/>
                        </a:rPr>
                        <a:t> thống thông tin</a:t>
                      </a:r>
                      <a:endParaRPr lang="en-US">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135</a:t>
                      </a:r>
                      <a:endParaRPr lang="en-US">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r>
                        <a:rPr lang="en-US" smtClean="0">
                          <a:latin typeface="Times New Roman" panose="02020603050405020304" pitchFamily="18" charset="0"/>
                          <a:cs typeface="Times New Roman" panose="02020603050405020304" pitchFamily="18" charset="0"/>
                        </a:rPr>
                        <a:t>Khoa học</a:t>
                      </a:r>
                      <a:r>
                        <a:rPr lang="en-US" baseline="0" smtClean="0">
                          <a:latin typeface="Times New Roman" panose="02020603050405020304" pitchFamily="18" charset="0"/>
                          <a:cs typeface="Times New Roman" panose="02020603050405020304" pitchFamily="18" charset="0"/>
                        </a:rPr>
                        <a:t> máy tính</a:t>
                      </a:r>
                      <a:endParaRPr lang="en-US">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178</a:t>
                      </a:r>
                      <a:endParaRPr lang="en-US">
                        <a:latin typeface="Times New Roman" panose="02020603050405020304" pitchFamily="18" charset="0"/>
                        <a:cs typeface="Times New Roman" panose="02020603050405020304" pitchFamily="18" charset="0"/>
                      </a:endParaRPr>
                    </a:p>
                  </a:txBody>
                  <a:tcPr>
                    <a:solidFill>
                      <a:schemeClr val="bg1"/>
                    </a:solidFill>
                  </a:tcPr>
                </a:tc>
              </a:tr>
              <a:tr h="360614">
                <a:tc>
                  <a:txBody>
                    <a:bodyPr/>
                    <a:lstStyle/>
                    <a:p>
                      <a:r>
                        <a:rPr lang="en-US" smtClean="0">
                          <a:latin typeface="Times New Roman" panose="02020603050405020304" pitchFamily="18" charset="0"/>
                          <a:cs typeface="Times New Roman" panose="02020603050405020304" pitchFamily="18" charset="0"/>
                        </a:rPr>
                        <a:t>Tin học</a:t>
                      </a:r>
                      <a:r>
                        <a:rPr lang="en-US" baseline="0" smtClean="0">
                          <a:latin typeface="Times New Roman" panose="02020603050405020304" pitchFamily="18" charset="0"/>
                          <a:cs typeface="Times New Roman" panose="02020603050405020304" pitchFamily="18" charset="0"/>
                        </a:rPr>
                        <a:t> Ứng dụng</a:t>
                      </a:r>
                      <a:endParaRPr lang="en-US">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32</a:t>
                      </a:r>
                      <a:endParaRPr lang="en-US">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r>
                        <a:rPr lang="en-US" smtClean="0">
                          <a:latin typeface="Times New Roman" panose="02020603050405020304" pitchFamily="18" charset="0"/>
                          <a:cs typeface="Times New Roman" panose="02020603050405020304" pitchFamily="18" charset="0"/>
                        </a:rPr>
                        <a:t>Tổng</a:t>
                      </a:r>
                      <a:endParaRPr lang="en-US">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lang="en-US" smtClean="0">
                          <a:latin typeface="Times New Roman" panose="02020603050405020304" pitchFamily="18" charset="0"/>
                          <a:cs typeface="Times New Roman" panose="02020603050405020304" pitchFamily="18" charset="0"/>
                        </a:rPr>
                        <a:t>1251</a:t>
                      </a:r>
                      <a:endParaRPr lang="en-US">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6" name="Slide Number Placeholder 5"/>
          <p:cNvSpPr>
            <a:spLocks noGrp="1"/>
          </p:cNvSpPr>
          <p:nvPr>
            <p:ph type="sldNum" sz="quarter" idx="12"/>
          </p:nvPr>
        </p:nvSpPr>
        <p:spPr/>
        <p:txBody>
          <a:bodyPr/>
          <a:lstStyle/>
          <a:p>
            <a:fld id="{3F17D892-5EA8-4B0F-AECB-83FCA1685F48}" type="slidenum">
              <a:rPr lang="en-US" smtClean="0"/>
              <a:t>8</a:t>
            </a:fld>
            <a:endParaRPr lang="en-US"/>
          </a:p>
        </p:txBody>
      </p:sp>
      <p:sp>
        <p:nvSpPr>
          <p:cNvPr id="7" name="Circular Arrow 6">
            <a:hlinkClick r:id="rId2" action="ppaction://hlinksldjump"/>
          </p:cNvPr>
          <p:cNvSpPr/>
          <p:nvPr/>
        </p:nvSpPr>
        <p:spPr>
          <a:xfrm rot="10800000">
            <a:off x="9492996" y="538702"/>
            <a:ext cx="978408" cy="978408"/>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803545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256</Words>
  <Application>Microsoft Office PowerPoint</Application>
  <PresentationFormat>Widescreen</PresentationFormat>
  <Paragraphs>65</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Times New Roman</vt:lpstr>
      <vt:lpstr>Wingdings</vt:lpstr>
      <vt:lpstr>Office Theme</vt:lpstr>
      <vt:lpstr>BỐ CỤC MỘT BÀI THUYẾT TRÌNH</vt:lpstr>
      <vt:lpstr>Giới thiệu</vt:lpstr>
      <vt:lpstr>Phần mở đầu</vt:lpstr>
      <vt:lpstr>Phần chính</vt:lpstr>
      <vt:lpstr>Phần kết</vt:lpstr>
      <vt:lpstr>Cảm ơn sự chú ý của quý vị</vt:lpstr>
      <vt:lpstr>Ví dụ: sử dụng một đoạn trích dẫn khi giới thiệu</vt:lpstr>
      <vt:lpstr>Ví dụ minh chứng một vấn đề</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BỐ CỤC MỘT BÀI THUYẾT TRÌNH</dc:title>
  <dc:creator>Dat Tien</dc:creator>
  <cp:lastModifiedBy>Windows User</cp:lastModifiedBy>
  <cp:revision>6</cp:revision>
  <dcterms:created xsi:type="dcterms:W3CDTF">2026-09-25T05:47:52Z</dcterms:created>
  <dcterms:modified xsi:type="dcterms:W3CDTF">2026-09-26T01:43:15Z</dcterms:modified>
</cp:coreProperties>
</file>