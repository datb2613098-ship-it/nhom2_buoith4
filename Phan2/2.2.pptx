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CNTT" id="0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  <p:custShow name="KHTN" id="1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016E5-879F-4E40-A23C-7AA41BB732E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13BEE-0241-4DA7-9D38-4BA43B887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816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1B085-BE0E-4350-84D7-3B85C52CF48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54E89-92A1-49AC-846B-78164313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471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13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lang="en-US" sz="3200" kern="1200" cap="all" baseline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63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59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9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0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41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36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7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9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5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70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004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27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18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07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6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1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880" y="173572"/>
            <a:ext cx="1432008" cy="143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2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■"/>
        <a:defRPr sz="2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ĐẠI HỌC CẦN THƠ-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Ts.nguyễn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7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ĐẠI HỌC CẦN THƠ (1966-1975)</a:t>
            </a:r>
          </a:p>
          <a:p>
            <a:r>
              <a:rPr lang="en-US" dirty="0" smtClean="0"/>
              <a:t>ĐHCT GIAI ĐOẠN SAU NĂM 1975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ĐẠI HỌC CẦN THƠ (1966-1975)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ngày</a:t>
            </a:r>
            <a:r>
              <a:rPr lang="en-US" dirty="0" smtClean="0"/>
              <a:t> 31 </a:t>
            </a:r>
            <a:r>
              <a:rPr lang="en-US" dirty="0" err="1" smtClean="0"/>
              <a:t>tháng</a:t>
            </a:r>
            <a:r>
              <a:rPr lang="en-US" dirty="0" smtClean="0"/>
              <a:t> 03 </a:t>
            </a:r>
            <a:r>
              <a:rPr lang="en-US" dirty="0" err="1" smtClean="0"/>
              <a:t>năm</a:t>
            </a:r>
            <a:r>
              <a:rPr lang="en-US" dirty="0" smtClean="0"/>
              <a:t> 1966</a:t>
            </a:r>
          </a:p>
          <a:p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thơ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bốn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1"/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endParaRPr lang="en-US" dirty="0" smtClean="0"/>
          </a:p>
          <a:p>
            <a:pPr lvl="1"/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hội,văn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, </a:t>
            </a:r>
            <a:r>
              <a:rPr lang="en-US" dirty="0" err="1" smtClean="0"/>
              <a:t>sư</a:t>
            </a:r>
            <a:r>
              <a:rPr lang="en-US" dirty="0" smtClean="0"/>
              <a:t> </a:t>
            </a:r>
            <a:r>
              <a:rPr lang="en-US" dirty="0" err="1" smtClean="0"/>
              <a:t>phạm</a:t>
            </a:r>
            <a:endParaRPr lang="en-US" dirty="0" smtClean="0"/>
          </a:p>
          <a:p>
            <a:pPr lvl="1"/>
            <a:r>
              <a:rPr lang="en-US" dirty="0" smtClean="0"/>
              <a:t>Cao </a:t>
            </a:r>
            <a:r>
              <a:rPr lang="en-US" dirty="0" err="1" smtClean="0"/>
              <a:t>đẳng</a:t>
            </a:r>
            <a:r>
              <a:rPr lang="en-US" dirty="0" smtClean="0"/>
              <a:t> </a:t>
            </a:r>
            <a:r>
              <a:rPr lang="en-US" dirty="0" err="1" smtClean="0"/>
              <a:t>nông</a:t>
            </a:r>
            <a:r>
              <a:rPr lang="en-US" dirty="0" smtClean="0"/>
              <a:t> </a:t>
            </a:r>
            <a:r>
              <a:rPr lang="en-US" dirty="0" err="1" smtClean="0"/>
              <a:t>nghiệp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ĐẠI HỌC CẦN THƠ (1966-1975)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thơ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lạc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4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endParaRPr lang="en-US" dirty="0" smtClean="0"/>
          </a:p>
          <a:p>
            <a:pPr lvl="1"/>
            <a:r>
              <a:rPr lang="en-US" dirty="0" err="1" smtClean="0"/>
              <a:t>Tòa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trưởng</a:t>
            </a:r>
            <a:r>
              <a:rPr lang="en-US" dirty="0" smtClean="0"/>
              <a:t> ( </a:t>
            </a:r>
            <a:r>
              <a:rPr lang="en-US" dirty="0" err="1" smtClean="0"/>
              <a:t>số</a:t>
            </a:r>
            <a:r>
              <a:rPr lang="en-US" dirty="0" smtClean="0"/>
              <a:t> 5,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lộ</a:t>
            </a:r>
            <a:r>
              <a:rPr lang="en-US" dirty="0" smtClean="0"/>
              <a:t> </a:t>
            </a:r>
            <a:r>
              <a:rPr lang="en-US" dirty="0" err="1" smtClean="0"/>
              <a:t>hòa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Khu</a:t>
            </a:r>
            <a:r>
              <a:rPr lang="en-US" dirty="0" smtClean="0"/>
              <a:t> I (</a:t>
            </a:r>
            <a:r>
              <a:rPr lang="en-US" dirty="0" err="1" smtClean="0"/>
              <a:t>đường</a:t>
            </a:r>
            <a:r>
              <a:rPr lang="en-US" dirty="0" smtClean="0"/>
              <a:t> 30/4)</a:t>
            </a:r>
          </a:p>
          <a:p>
            <a:pPr lvl="1"/>
            <a:r>
              <a:rPr lang="en-US" dirty="0" err="1" smtClean="0"/>
              <a:t>Khu</a:t>
            </a:r>
            <a:r>
              <a:rPr lang="en-US" dirty="0" smtClean="0"/>
              <a:t> ii:(</a:t>
            </a:r>
            <a:r>
              <a:rPr lang="en-US" dirty="0" err="1" smtClean="0"/>
              <a:t>đường</a:t>
            </a:r>
            <a:r>
              <a:rPr lang="en-US" dirty="0" smtClean="0"/>
              <a:t> 3/2)</a:t>
            </a:r>
          </a:p>
          <a:p>
            <a:pPr lvl="1"/>
            <a:r>
              <a:rPr lang="en-US" dirty="0" err="1" smtClean="0"/>
              <a:t>Khu</a:t>
            </a:r>
            <a:r>
              <a:rPr lang="en-US" dirty="0" smtClean="0"/>
              <a:t> iii:(</a:t>
            </a:r>
            <a:r>
              <a:rPr lang="en-US" dirty="0" err="1" smtClean="0"/>
              <a:t>số</a:t>
            </a:r>
            <a:r>
              <a:rPr lang="en-US" dirty="0" smtClean="0"/>
              <a:t> 1,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2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Đhct</a:t>
            </a:r>
            <a:r>
              <a:rPr lang="en-US" dirty="0" smtClean="0"/>
              <a:t> </a:t>
            </a:r>
            <a:r>
              <a:rPr lang="en-US" dirty="0" err="1" smtClean="0"/>
              <a:t>giai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thơ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đhct</a:t>
            </a:r>
            <a:endParaRPr lang="en-US" dirty="0" smtClean="0"/>
          </a:p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đhct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nay</a:t>
            </a:r>
          </a:p>
          <a:p>
            <a:pPr lvl="1"/>
            <a:r>
              <a:rPr lang="en-US" dirty="0" err="1" smtClean="0"/>
              <a:t>Khoa-viện</a:t>
            </a:r>
            <a:endParaRPr lang="en-US" dirty="0" smtClean="0"/>
          </a:p>
          <a:p>
            <a:pPr lvl="1"/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tâm-trung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endParaRPr lang="en-US" dirty="0" smtClean="0"/>
          </a:p>
          <a:p>
            <a:pPr lvl="1"/>
            <a:r>
              <a:rPr lang="en-US" dirty="0" err="1" smtClean="0"/>
              <a:t>Phòng</a:t>
            </a:r>
            <a:r>
              <a:rPr lang="en-US" dirty="0" smtClean="0"/>
              <a:t> ban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endParaRPr lang="en-US" dirty="0" smtClean="0"/>
          </a:p>
          <a:p>
            <a:pPr lvl="1"/>
            <a:r>
              <a:rPr lang="en-US" dirty="0" err="1" smtClean="0"/>
              <a:t>Đoàn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&amp; </a:t>
            </a:r>
            <a:r>
              <a:rPr lang="en-US" dirty="0" err="1" smtClean="0"/>
              <a:t>hội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8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học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nhiên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Ngày</a:t>
            </a:r>
            <a:r>
              <a:rPr lang="en-US" dirty="0" smtClean="0"/>
              <a:t> 14/1/2998,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đhct</a:t>
            </a:r>
            <a:r>
              <a:rPr lang="en-US" dirty="0" smtClean="0"/>
              <a:t> </a:t>
            </a:r>
            <a:r>
              <a:rPr lang="en-US" dirty="0" err="1" smtClean="0"/>
              <a:t>khánh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1"/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endParaRPr lang="en-US" dirty="0" smtClean="0"/>
          </a:p>
          <a:p>
            <a:pPr lvl="2"/>
            <a:r>
              <a:rPr lang="en-US" dirty="0" smtClean="0"/>
              <a:t>12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thí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(</a:t>
            </a:r>
            <a:r>
              <a:rPr lang="en-US" dirty="0" err="1" smtClean="0"/>
              <a:t>PTn</a:t>
            </a:r>
            <a:r>
              <a:rPr lang="en-US" dirty="0" smtClean="0"/>
              <a:t>)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, </a:t>
            </a:r>
            <a:r>
              <a:rPr lang="en-US" dirty="0" err="1" smtClean="0"/>
              <a:t>hóa</a:t>
            </a:r>
            <a:r>
              <a:rPr lang="en-US" dirty="0" smtClean="0"/>
              <a:t>,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  <a:p>
            <a:pPr lvl="2"/>
            <a:r>
              <a:rPr lang="en-US" dirty="0" smtClean="0"/>
              <a:t>06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8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học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nhiên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endParaRPr lang="en-US" dirty="0" smtClean="0"/>
          </a:p>
          <a:p>
            <a:pPr lvl="2"/>
            <a:r>
              <a:rPr lang="en-US" dirty="0" err="1" smtClean="0"/>
              <a:t>Vp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xưởng</a:t>
            </a:r>
            <a:r>
              <a:rPr lang="en-US" dirty="0" smtClean="0"/>
              <a:t> </a:t>
            </a: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chữa</a:t>
            </a:r>
            <a:endParaRPr lang="en-US" dirty="0" smtClean="0"/>
          </a:p>
          <a:p>
            <a:pPr lvl="2"/>
            <a:r>
              <a:rPr lang="en-US" dirty="0" err="1" smtClean="0"/>
              <a:t>Năm</a:t>
            </a:r>
            <a:r>
              <a:rPr lang="en-US" dirty="0" smtClean="0"/>
              <a:t> 2010,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</a:t>
            </a:r>
            <a:r>
              <a:rPr lang="en-US" dirty="0" err="1" smtClean="0"/>
              <a:t>khu</a:t>
            </a:r>
            <a:r>
              <a:rPr lang="en-US" dirty="0" smtClean="0"/>
              <a:t> </a:t>
            </a:r>
            <a:r>
              <a:rPr lang="en-US" dirty="0" err="1" smtClean="0"/>
              <a:t>ptn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endParaRPr lang="en-US" dirty="0" smtClean="0"/>
          </a:p>
          <a:p>
            <a:pPr lvl="2"/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khu</a:t>
            </a:r>
            <a:r>
              <a:rPr lang="en-US" dirty="0" smtClean="0"/>
              <a:t> </a:t>
            </a:r>
            <a:r>
              <a:rPr lang="en-US" dirty="0" err="1" smtClean="0"/>
              <a:t>nhà</a:t>
            </a:r>
            <a:r>
              <a:rPr lang="en-US" dirty="0" smtClean="0"/>
              <a:t> 3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22 </a:t>
            </a:r>
            <a:r>
              <a:rPr lang="en-US" dirty="0" err="1" smtClean="0"/>
              <a:t>phòng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5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học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nhiên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khtn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nay </a:t>
            </a:r>
            <a:r>
              <a:rPr lang="en-US" dirty="0" err="1" smtClean="0"/>
              <a:t>gồm</a:t>
            </a:r>
            <a:r>
              <a:rPr lang="en-US" dirty="0" smtClean="0"/>
              <a:t> 4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0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Khoa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FF0000"/>
                </a:solidFill>
              </a:rPr>
              <a:t>khoa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học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nhiên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endParaRPr lang="en-US" dirty="0"/>
          </a:p>
          <a:p>
            <a:pPr lvl="2"/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:…..</a:t>
            </a:r>
          </a:p>
          <a:p>
            <a:pPr lvl="2"/>
            <a:r>
              <a:rPr lang="en-US" dirty="0" err="1" smtClean="0"/>
              <a:t>Sđh</a:t>
            </a:r>
            <a:r>
              <a:rPr lang="en-US" dirty="0" smtClean="0"/>
              <a:t>:….</a:t>
            </a:r>
          </a:p>
          <a:p>
            <a:pPr lvl="1"/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nckh</a:t>
            </a:r>
            <a:r>
              <a:rPr lang="en-US" dirty="0" smtClean="0"/>
              <a:t>,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:…</a:t>
            </a:r>
          </a:p>
          <a:p>
            <a:pPr lvl="1"/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bồi</a:t>
            </a:r>
            <a:r>
              <a:rPr lang="en-US" dirty="0" smtClean="0"/>
              <a:t> </a:t>
            </a:r>
            <a:r>
              <a:rPr lang="en-US" dirty="0" err="1" smtClean="0"/>
              <a:t>dưỡng</a:t>
            </a:r>
            <a:r>
              <a:rPr lang="en-US" dirty="0" smtClean="0"/>
              <a:t> </a:t>
            </a:r>
            <a:r>
              <a:rPr lang="en-US" dirty="0" err="1" smtClean="0"/>
              <a:t>cán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:….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>
                <a:solidFill>
                  <a:srgbClr val="FF0000"/>
                </a:solidFill>
                <a:hlinkClick r:id="rId2"/>
              </a:rPr>
              <a:t>Khoa</a:t>
            </a:r>
            <a:r>
              <a:rPr lang="en-US" dirty="0" smtClean="0">
                <a:solidFill>
                  <a:srgbClr val="FF0000"/>
                </a:solidFill>
                <a:hlinkClick r:id="rId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hlinkClick r:id="rId2"/>
              </a:rPr>
              <a:t>cntt</a:t>
            </a:r>
            <a:r>
              <a:rPr lang="en-US" dirty="0" smtClean="0">
                <a:solidFill>
                  <a:srgbClr val="FF0000"/>
                </a:solidFill>
                <a:hlinkClick r:id="rId2"/>
              </a:rPr>
              <a:t> &amp; </a:t>
            </a:r>
            <a:r>
              <a:rPr lang="en-US" dirty="0" err="1" smtClean="0">
                <a:solidFill>
                  <a:srgbClr val="FF0000"/>
                </a:solidFill>
                <a:hlinkClick r:id="rId2"/>
              </a:rPr>
              <a:t>tt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1994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tin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1"/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endParaRPr lang="en-US" dirty="0" smtClean="0"/>
          </a:p>
          <a:p>
            <a:pPr lvl="2"/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2"/>
            <a:r>
              <a:rPr lang="en-US" dirty="0" err="1" smtClean="0"/>
              <a:t>Nckh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nghê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cntt&amp;tt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1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1"/>
                </a:solidFill>
              </a:rPr>
              <a:t>Khoa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cntt</a:t>
            </a:r>
            <a:r>
              <a:rPr lang="en-US" dirty="0" smtClean="0">
                <a:solidFill>
                  <a:schemeClr val="accent1"/>
                </a:solidFill>
              </a:rPr>
              <a:t> &amp; </a:t>
            </a:r>
            <a:r>
              <a:rPr lang="en-US" dirty="0" err="1" smtClean="0">
                <a:solidFill>
                  <a:schemeClr val="accent1"/>
                </a:solidFill>
              </a:rPr>
              <a:t>tt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 err="1" smtClean="0"/>
              <a:t>Tầm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2020</a:t>
            </a:r>
          </a:p>
          <a:p>
            <a:pPr lvl="2"/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đào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endParaRPr lang="en-US" dirty="0" smtClean="0"/>
          </a:p>
          <a:p>
            <a:pPr lvl="2"/>
            <a:r>
              <a:rPr lang="en-US" dirty="0" err="1" smtClean="0"/>
              <a:t>Nghiên</a:t>
            </a:r>
            <a:r>
              <a:rPr lang="en-US" dirty="0" smtClean="0"/>
              <a:t> </a:t>
            </a:r>
            <a:r>
              <a:rPr lang="en-US" dirty="0" err="1" smtClean="0"/>
              <a:t>cứu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cntt&amp;tt</a:t>
            </a:r>
            <a:r>
              <a:rPr lang="en-US" dirty="0" smtClean="0"/>
              <a:t> </a:t>
            </a:r>
            <a:r>
              <a:rPr lang="en-US" dirty="0" err="1" smtClean="0"/>
              <a:t>mạnh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nước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05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1"/>
                </a:solidFill>
              </a:rPr>
              <a:t>Khoa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cntt</a:t>
            </a:r>
            <a:r>
              <a:rPr lang="en-US" dirty="0" smtClean="0">
                <a:solidFill>
                  <a:schemeClr val="accent1"/>
                </a:solidFill>
              </a:rPr>
              <a:t> &amp;  </a:t>
            </a:r>
            <a:r>
              <a:rPr lang="en-US" dirty="0" err="1" smtClean="0">
                <a:solidFill>
                  <a:schemeClr val="accent1"/>
                </a:solidFill>
              </a:rPr>
              <a:t>tt</a:t>
            </a:r>
            <a:endParaRPr lang="en-US" dirty="0" smtClean="0">
              <a:solidFill>
                <a:schemeClr val="accent1"/>
              </a:solidFill>
            </a:endParaRPr>
          </a:p>
          <a:p>
            <a:pPr lvl="1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&amp;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endParaRPr lang="en-US" dirty="0" smtClean="0"/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khoa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1"/>
                </a:solidFill>
              </a:rPr>
              <a:t>Khoa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Cntt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&amp; </a:t>
            </a:r>
            <a:r>
              <a:rPr lang="en-US" dirty="0" err="1" smtClean="0">
                <a:solidFill>
                  <a:schemeClr val="accent1"/>
                </a:solidFill>
              </a:rPr>
              <a:t>tt</a:t>
            </a:r>
            <a:endParaRPr lang="en-US" dirty="0" smtClean="0">
              <a:solidFill>
                <a:schemeClr val="accent1"/>
              </a:solidFill>
            </a:endParaRPr>
          </a:p>
          <a:p>
            <a:pPr lvl="1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pPr lvl="2"/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tin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 lvl="2"/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endParaRPr lang="en-US" dirty="0" smtClean="0"/>
          </a:p>
          <a:p>
            <a:pPr lvl="2"/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&amp; tin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0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5264758"/>
          </a:xfrm>
        </p:spPr>
        <p:txBody>
          <a:bodyPr/>
          <a:lstStyle/>
          <a:p>
            <a:r>
              <a:rPr lang="en-US" dirty="0" err="1" smtClean="0"/>
              <a:t>Cảm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ý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quý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71E4A-3B1C-44C3-BB30-A392EA9C381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5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roplet">
    <a:dk1>
      <a:sysClr val="windowText" lastClr="000000"/>
    </a:dk1>
    <a:lt1>
      <a:sysClr val="window" lastClr="FFFFFF"/>
    </a:lt1>
    <a:dk2>
      <a:srgbClr val="355071"/>
    </a:dk2>
    <a:lt2>
      <a:srgbClr val="AABED7"/>
    </a:lt2>
    <a:accent1>
      <a:srgbClr val="2FA3EE"/>
    </a:accent1>
    <a:accent2>
      <a:srgbClr val="4BCAAD"/>
    </a:accent2>
    <a:accent3>
      <a:srgbClr val="86C157"/>
    </a:accent3>
    <a:accent4>
      <a:srgbClr val="D99C3F"/>
    </a:accent4>
    <a:accent5>
      <a:srgbClr val="CE6633"/>
    </a:accent5>
    <a:accent6>
      <a:srgbClr val="A35DD1"/>
    </a:accent6>
    <a:hlink>
      <a:srgbClr val="56BCFE"/>
    </a:hlink>
    <a:folHlink>
      <a:srgbClr val="97C5E3"/>
    </a:folHlink>
  </a:clrScheme>
</a:themeOverride>
</file>

<file path=ppt/theme/themeOverride2.xml><?xml version="1.0" encoding="utf-8"?>
<a:themeOverride xmlns:a="http://schemas.openxmlformats.org/drawingml/2006/main">
  <a:clrScheme name="Droplet">
    <a:dk1>
      <a:sysClr val="windowText" lastClr="000000"/>
    </a:dk1>
    <a:lt1>
      <a:sysClr val="window" lastClr="FFFFFF"/>
    </a:lt1>
    <a:dk2>
      <a:srgbClr val="355071"/>
    </a:dk2>
    <a:lt2>
      <a:srgbClr val="AABED7"/>
    </a:lt2>
    <a:accent1>
      <a:srgbClr val="2FA3EE"/>
    </a:accent1>
    <a:accent2>
      <a:srgbClr val="4BCAAD"/>
    </a:accent2>
    <a:accent3>
      <a:srgbClr val="86C157"/>
    </a:accent3>
    <a:accent4>
      <a:srgbClr val="D99C3F"/>
    </a:accent4>
    <a:accent5>
      <a:srgbClr val="CE6633"/>
    </a:accent5>
    <a:accent6>
      <a:srgbClr val="A35DD1"/>
    </a:accent6>
    <a:hlink>
      <a:srgbClr val="56BCFE"/>
    </a:hlink>
    <a:folHlink>
      <a:srgbClr val="97C5E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602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Droplet</vt:lpstr>
      <vt:lpstr>ĐẠI HỌC CẦN THƠ-quá trình hình thành và phát triển  </vt:lpstr>
      <vt:lpstr>Nội dung</vt:lpstr>
      <vt:lpstr>Thời kỳ viện ĐẠI HỌC CẦN THƠ (1966-1975)</vt:lpstr>
      <vt:lpstr>Thời kỳ viện ĐẠI HỌC CẦN THƠ (1966-1975)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CNTT</vt:lpstr>
      <vt:lpstr>KHTN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</cp:revision>
  <dcterms:created xsi:type="dcterms:W3CDTF">2026-09-25T12:52:34Z</dcterms:created>
  <dcterms:modified xsi:type="dcterms:W3CDTF">2026-09-25T14:07:24Z</dcterms:modified>
</cp:coreProperties>
</file>